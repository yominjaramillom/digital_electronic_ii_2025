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685" r:id="rId4"/>
    <p:sldMasterId id="2147483693" r:id="rId5"/>
  </p:sldMasterIdLst>
  <p:notesMasterIdLst>
    <p:notesMasterId r:id="rId12"/>
  </p:notesMasterIdLst>
  <p:sldIdLst>
    <p:sldId id="269" r:id="rId6"/>
    <p:sldId id="355" r:id="rId7"/>
    <p:sldId id="356" r:id="rId8"/>
    <p:sldId id="357" r:id="rId9"/>
    <p:sldId id="350" r:id="rId10"/>
    <p:sldId id="264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3"/>
  </p:normalViewPr>
  <p:slideViewPr>
    <p:cSldViewPr snapToGrid="0" snapToObjects="1">
      <p:cViewPr varScale="1">
        <p:scale>
          <a:sx n="56" d="100"/>
          <a:sy n="56" d="100"/>
        </p:scale>
        <p:origin x="72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35" d="100"/>
          <a:sy n="135" d="100"/>
        </p:scale>
        <p:origin x="6096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5C24C2-BD3D-B848-8ECA-2C648348E733}" type="datetimeFigureOut">
              <a:rPr lang="es-CO" smtClean="0"/>
              <a:t>23/10/2023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7C5BF-8CE3-8B4B-9D5E-86E6BB3607B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93739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22DC57-3FAE-7641-83A6-186E25CE8E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1823"/>
            <a:ext cx="9144000" cy="184814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3D19E7-4D3E-2449-A451-16AFB6ABE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EF7908-A0FA-824F-A02B-06B221D6A7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39FC3C-4827-A245-A81F-F62E3B329FB4}" type="datetimeFigureOut">
              <a:rPr lang="es-CO" smtClean="0"/>
              <a:t>23/10/2023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F24743-16EB-9541-898C-087A5963B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8F6150-0C96-404E-96E9-64685BA05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0C0921-2E22-C849-88EF-5DBFE4AA72D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1317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6A1D56-9751-4D42-AB00-8CE0891A7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127" y="412833"/>
            <a:ext cx="7894674" cy="84347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717309-F0C9-DF4B-90AA-FA80420EF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56079F-6D13-7F49-912E-41EB66A59C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39FC3C-4827-A245-A81F-F62E3B329FB4}" type="datetimeFigureOut">
              <a:rPr lang="es-CO" smtClean="0"/>
              <a:t>23/10/2023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EF5998-0C0D-EA47-B7E0-372E499A5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10A490-A9B4-FE44-A6C1-120C26A52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0C0921-2E22-C849-88EF-5DBFE4AA72D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7659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48141-C1E2-834D-9420-674419BA4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479" y="412833"/>
            <a:ext cx="8025346" cy="843473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7811F7-DE2A-4840-ADA3-5D5D7E854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4346" y="1825626"/>
            <a:ext cx="5181600" cy="3851606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8707B3E-8233-D14C-BA7F-638E3F1FB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851606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12071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contenido 3">
            <a:extLst>
              <a:ext uri="{FF2B5EF4-FFF2-40B4-BE49-F238E27FC236}">
                <a16:creationId xmlns:a16="http://schemas.microsoft.com/office/drawing/2014/main" id="{D7AAD9B6-F983-4F40-9D8B-9CC39FDF6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0" y="1367624"/>
            <a:ext cx="10622280" cy="4309607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0352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051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3AE525-427B-BD42-90EF-EAFDD42A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FCBDFAB-192E-7645-BFCC-F076B540CB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71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9256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5E703E7-8DD9-EA41-B94D-76F7AD544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8900" y="412833"/>
            <a:ext cx="9373925" cy="8434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FCEC04-A456-1442-9E80-E6998191B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595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 dirty="0"/>
              <a:t>Editar los estilos de texto del patrón
Segundo nivel
Tercer nivel
Cuarto nivel
Quinto nivel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FDD4374-F271-F24B-B605-5E6D32E116CD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171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9" r:id="rId3"/>
    <p:sldLayoutId id="2147483691" r:id="rId4"/>
    <p:sldLayoutId id="2147483692" r:id="rId5"/>
    <p:sldLayoutId id="2147483699" r:id="rId6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C67C5A3-2611-3844-87A0-291D00B38C6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497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okwi.com/projects/379339220779968513" TargetMode="External"/><Relationship Id="rId2" Type="http://schemas.openxmlformats.org/officeDocument/2006/relationships/hyperlink" Target="https://wokwi.com/projects/379408979992930305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okwi.com/projects/379341383651703809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2CD5CD-BC3C-1543-A8C8-F2BD6E109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138" y="1899821"/>
            <a:ext cx="9373925" cy="4210530"/>
          </a:xfrm>
        </p:spPr>
        <p:txBody>
          <a:bodyPr/>
          <a:lstStyle/>
          <a:p>
            <a:r>
              <a:rPr lang="es-ES" sz="4000" dirty="0">
                <a:solidFill>
                  <a:schemeClr val="bg1"/>
                </a:solidFill>
              </a:rPr>
              <a:t>MICROCONTROLADORES</a:t>
            </a:r>
            <a:br>
              <a:rPr lang="es-ES" sz="4000" dirty="0">
                <a:solidFill>
                  <a:schemeClr val="bg1"/>
                </a:solidFill>
              </a:rPr>
            </a:br>
            <a:r>
              <a:rPr lang="es-ES" sz="4000" dirty="0">
                <a:solidFill>
                  <a:schemeClr val="bg1"/>
                </a:solidFill>
              </a:rPr>
              <a:t>I2C-SPI</a:t>
            </a:r>
            <a:br>
              <a:rPr lang="es-ES" sz="4000" dirty="0">
                <a:solidFill>
                  <a:schemeClr val="bg1"/>
                </a:solidFill>
              </a:rPr>
            </a:br>
            <a:br>
              <a:rPr lang="es-ES" sz="2800" dirty="0">
                <a:solidFill>
                  <a:schemeClr val="bg1"/>
                </a:solidFill>
              </a:rPr>
            </a:br>
            <a:r>
              <a:rPr lang="es-ES" sz="2400" dirty="0">
                <a:solidFill>
                  <a:schemeClr val="bg1"/>
                </a:solidFill>
              </a:rPr>
              <a:t>Yomin Estiven Jaramillo Múnera</a:t>
            </a:r>
            <a:br>
              <a:rPr lang="es-ES" sz="2400" dirty="0">
                <a:solidFill>
                  <a:schemeClr val="bg1"/>
                </a:solidFill>
              </a:rPr>
            </a:br>
            <a:br>
              <a:rPr lang="es-ES" sz="2400" dirty="0">
                <a:solidFill>
                  <a:schemeClr val="bg1"/>
                </a:solidFill>
              </a:rPr>
            </a:br>
            <a:r>
              <a:rPr lang="es-ES" sz="2400" dirty="0">
                <a:solidFill>
                  <a:schemeClr val="bg1"/>
                </a:solidFill>
              </a:rPr>
              <a:t>Ingeniero Biomédico</a:t>
            </a:r>
            <a:br>
              <a:rPr lang="es-ES" sz="2400" dirty="0">
                <a:solidFill>
                  <a:schemeClr val="bg1"/>
                </a:solidFill>
              </a:rPr>
            </a:br>
            <a:br>
              <a:rPr lang="es-ES" sz="2400" dirty="0">
                <a:solidFill>
                  <a:schemeClr val="bg1"/>
                </a:solidFill>
              </a:rPr>
            </a:br>
            <a:r>
              <a:rPr lang="es-ES" sz="2400" dirty="0" err="1">
                <a:solidFill>
                  <a:schemeClr val="bg1"/>
                </a:solidFill>
              </a:rPr>
              <a:t>MSc</a:t>
            </a:r>
            <a:r>
              <a:rPr lang="es-ES" sz="2400" dirty="0">
                <a:solidFill>
                  <a:schemeClr val="bg1"/>
                </a:solidFill>
              </a:rPr>
              <a:t>. Automatización y Control Industrial</a:t>
            </a:r>
            <a:br>
              <a:rPr lang="es-ES" sz="2400" dirty="0">
                <a:solidFill>
                  <a:schemeClr val="bg1"/>
                </a:solidFill>
              </a:rPr>
            </a:br>
            <a:br>
              <a:rPr lang="es-ES" sz="2400" dirty="0">
                <a:solidFill>
                  <a:schemeClr val="bg1"/>
                </a:solidFill>
              </a:rPr>
            </a:br>
            <a:endParaRPr lang="es-CO" sz="2400" u="sng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BD55C7F-971D-224B-AB85-0C3D835E587C}"/>
              </a:ext>
            </a:extLst>
          </p:cNvPr>
          <p:cNvSpPr txBox="1"/>
          <p:nvPr/>
        </p:nvSpPr>
        <p:spPr>
          <a:xfrm>
            <a:off x="1775901" y="6876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61789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4064A-4C84-5190-99CF-92612BB1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SPI-Serial </a:t>
            </a:r>
            <a:r>
              <a:rPr lang="es-ES" dirty="0" err="1"/>
              <a:t>Peripheral</a:t>
            </a:r>
            <a:r>
              <a:rPr lang="es-ES" dirty="0"/>
              <a:t> Interface</a:t>
            </a:r>
            <a:endParaRPr lang="es-CO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F783307-653D-4C0A-BEF3-DE94E375C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67392"/>
            <a:ext cx="10515600" cy="2375678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3DF6D1A-9E93-6F5E-92C8-37D4C803784B}"/>
              </a:ext>
            </a:extLst>
          </p:cNvPr>
          <p:cNvSpPr txBox="1"/>
          <p:nvPr/>
        </p:nvSpPr>
        <p:spPr>
          <a:xfrm>
            <a:off x="838200" y="1794294"/>
            <a:ext cx="6580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666666"/>
                </a:solidFill>
              </a:rPr>
              <a:t>5 cables </a:t>
            </a:r>
            <a:r>
              <a:rPr lang="en-US" sz="2400" dirty="0" err="1">
                <a:solidFill>
                  <a:srgbClr val="666666"/>
                </a:solidFill>
              </a:rPr>
              <a:t>contando</a:t>
            </a:r>
            <a:r>
              <a:rPr lang="en-US" sz="2400" dirty="0">
                <a:solidFill>
                  <a:srgbClr val="666666"/>
                </a:solidFill>
              </a:rPr>
              <a:t> la </a:t>
            </a:r>
            <a:r>
              <a:rPr lang="en-US" sz="2400" dirty="0" err="1">
                <a:solidFill>
                  <a:srgbClr val="666666"/>
                </a:solidFill>
              </a:rPr>
              <a:t>conexion</a:t>
            </a:r>
            <a:r>
              <a:rPr lang="en-US" sz="2400" dirty="0">
                <a:solidFill>
                  <a:srgbClr val="666666"/>
                </a:solidFill>
              </a:rPr>
              <a:t> a tierra</a:t>
            </a:r>
            <a:endParaRPr lang="es-CO" sz="2400" dirty="0">
              <a:solidFill>
                <a:srgbClr val="66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384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4064A-4C84-5190-99CF-92612BB1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SPI-Serial </a:t>
            </a:r>
            <a:r>
              <a:rPr lang="es-ES" dirty="0" err="1"/>
              <a:t>Peripheral</a:t>
            </a:r>
            <a:r>
              <a:rPr lang="es-ES" dirty="0"/>
              <a:t> Interface</a:t>
            </a:r>
            <a:endParaRPr lang="es-C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3655FA-27F2-8C2D-0F58-C33C4EA7C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7653"/>
            <a:ext cx="10515600" cy="3859558"/>
          </a:xfrm>
        </p:spPr>
        <p:txBody>
          <a:bodyPr/>
          <a:lstStyle/>
          <a:p>
            <a:r>
              <a:rPr lang="en-US" dirty="0"/>
              <a:t>SS-Switch Selection, se pone </a:t>
            </a:r>
            <a:r>
              <a:rPr lang="en-US" dirty="0" err="1"/>
              <a:t>normalmente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bajo para la </a:t>
            </a:r>
            <a:r>
              <a:rPr lang="en-US" dirty="0" err="1"/>
              <a:t>seleccion</a:t>
            </a:r>
            <a:r>
              <a:rPr lang="en-US" dirty="0"/>
              <a:t> del switch</a:t>
            </a:r>
            <a:endParaRPr lang="es-CO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C31071-4B01-C8FD-6FE3-5BFCCD4CB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396" y="2287290"/>
            <a:ext cx="8349207" cy="362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904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4064A-4C84-5190-99CF-92612BB1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Comparacion</a:t>
            </a:r>
            <a:r>
              <a:rPr lang="es-ES" dirty="0"/>
              <a:t>-Serial Comunicación Serial</a:t>
            </a:r>
            <a:endParaRPr lang="es-C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3655FA-27F2-8C2D-0F58-C33C4EA7C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7653"/>
            <a:ext cx="10515600" cy="3859558"/>
          </a:xfrm>
        </p:spPr>
        <p:txBody>
          <a:bodyPr/>
          <a:lstStyle/>
          <a:p>
            <a:endParaRPr lang="es-CO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461AE5-49CE-AAF8-BD2A-160A46D32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83" y="1608449"/>
            <a:ext cx="11675486" cy="407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987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980C2-4975-E4B3-09E4-384E011B5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PROYECTOS</a:t>
            </a:r>
            <a:endParaRPr lang="es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AC394-E1A3-8F81-39B5-998F23CC3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>
                <a:hlinkClick r:id="rId2"/>
              </a:rPr>
              <a:t>https://wokwi.com/projects/379408979992930305</a:t>
            </a:r>
            <a:endParaRPr lang="es-CO" dirty="0"/>
          </a:p>
          <a:p>
            <a:r>
              <a:rPr lang="es-CO" dirty="0">
                <a:hlinkClick r:id="rId3"/>
              </a:rPr>
              <a:t>https://wokwi.com/projects/379339220779968513</a:t>
            </a:r>
            <a:endParaRPr lang="es-CO" dirty="0"/>
          </a:p>
          <a:p>
            <a:r>
              <a:rPr lang="es-CO">
                <a:hlinkClick r:id="rId4"/>
              </a:rPr>
              <a:t>https://wokwi.com/projects/379341383651703809</a:t>
            </a:r>
            <a:endParaRPr lang="es-CO"/>
          </a:p>
          <a:p>
            <a:endParaRPr lang="es-CO" dirty="0"/>
          </a:p>
          <a:p>
            <a:endParaRPr lang="es-CO" dirty="0"/>
          </a:p>
          <a:p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83974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0930374"/>
      </p:ext>
    </p:extLst>
  </p:cSld>
  <p:clrMapOvr>
    <a:masterClrMapping/>
  </p:clrMapOvr>
</p:sld>
</file>

<file path=ppt/theme/theme1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951D9CC6387B4BA485D72A2CB95580" ma:contentTypeVersion="8" ma:contentTypeDescription="Create a new document." ma:contentTypeScope="" ma:versionID="439218f9fb54f11818a2d1f13def84af">
  <xsd:schema xmlns:xsd="http://www.w3.org/2001/XMLSchema" xmlns:xs="http://www.w3.org/2001/XMLSchema" xmlns:p="http://schemas.microsoft.com/office/2006/metadata/properties" xmlns:ns2="b2f86dd7-c612-4075-9056-e01ca081dec3" targetNamespace="http://schemas.microsoft.com/office/2006/metadata/properties" ma:root="true" ma:fieldsID="9c449413f8bf3dd49edc3e8da17e9625" ns2:_="">
    <xsd:import namespace="b2f86dd7-c612-4075-9056-e01ca081de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f86dd7-c612-4075-9056-e01ca081de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D2595E5-AC70-43BF-A307-28CF0E50F5D2}"/>
</file>

<file path=customXml/itemProps2.xml><?xml version="1.0" encoding="utf-8"?>
<ds:datastoreItem xmlns:ds="http://schemas.openxmlformats.org/officeDocument/2006/customXml" ds:itemID="{D143CF1F-04A0-48B2-A9D6-290B32BDB9C8}">
  <ds:schemaRefs>
    <ds:schemaRef ds:uri="http://schemas.microsoft.com/office/2006/metadata/properties"/>
    <ds:schemaRef ds:uri="http://schemas.microsoft.com/office/infopath/2007/PartnerControls"/>
    <ds:schemaRef ds:uri="a21fb424-018a-4bce-8921-705489124620"/>
  </ds:schemaRefs>
</ds:datastoreItem>
</file>

<file path=customXml/itemProps3.xml><?xml version="1.0" encoding="utf-8"?>
<ds:datastoreItem xmlns:ds="http://schemas.openxmlformats.org/officeDocument/2006/customXml" ds:itemID="{CE78398A-CB8D-402C-BB25-D776C84C2BE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80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Narrow</vt:lpstr>
      <vt:lpstr>Calibri</vt:lpstr>
      <vt:lpstr>1_Diseño personalizado</vt:lpstr>
      <vt:lpstr>4_Diseño personalizado</vt:lpstr>
      <vt:lpstr>MICROCONTROLADORES I2C-SPI  Yomin Estiven Jaramillo Múnera  Ingeniero Biomédico  MSc. Automatización y Control Industrial  </vt:lpstr>
      <vt:lpstr>SPI-Serial Peripheral Interface</vt:lpstr>
      <vt:lpstr>SPI-Serial Peripheral Interface</vt:lpstr>
      <vt:lpstr>Comparacion-Serial Comunicación Serial</vt:lpstr>
      <vt:lpstr>PROYECTOS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Carolina López García</dc:creator>
  <cp:lastModifiedBy>YE JM</cp:lastModifiedBy>
  <cp:revision>45</cp:revision>
  <dcterms:created xsi:type="dcterms:W3CDTF">2020-02-18T21:49:27Z</dcterms:created>
  <dcterms:modified xsi:type="dcterms:W3CDTF">2023-10-23T20:15:23Z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0x01010045951D9CC6387B4BA485D72A2CB95580</vt:lpwstr>
  </property>
  <property fmtid="{D5CDD505-2E9C-101B-9397-08002B2CF9AE}" pid="3" name="Order">
    <vt:r8>600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</Properties>
</file>