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  <p:sldMasterId id="2147483693" r:id="rId5"/>
    <p:sldMasterId id="2147483662" r:id="rId6"/>
    <p:sldMasterId id="2147483681" r:id="rId7"/>
    <p:sldMasterId id="2147483683" r:id="rId8"/>
  </p:sldMasterIdLst>
  <p:notesMasterIdLst>
    <p:notesMasterId r:id="rId17"/>
  </p:notesMasterIdLst>
  <p:sldIdLst>
    <p:sldId id="261" r:id="rId9"/>
    <p:sldId id="410" r:id="rId10"/>
    <p:sldId id="418" r:id="rId11"/>
    <p:sldId id="419" r:id="rId12"/>
    <p:sldId id="420" r:id="rId13"/>
    <p:sldId id="421" r:id="rId14"/>
    <p:sldId id="423" r:id="rId15"/>
    <p:sldId id="26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E4100-44B9-8D57-E698-82428756BDAA}" v="83" dt="2024-04-03T21:26:39.460"/>
    <p1510:client id="{F0C96404-8C90-3312-A1A0-6B8A452BD4F5}" v="15" dt="2024-04-03T22:18:10.978"/>
    <p1510:client id="{F14E0B9D-BAF2-9436-9528-C07ED56563EA}" v="652" dt="2024-04-03T22:15:30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2" autoAdjust="0"/>
    <p:restoredTop sz="94643"/>
  </p:normalViewPr>
  <p:slideViewPr>
    <p:cSldViewPr snapToGrid="0" snapToObjects="1">
      <p:cViewPr varScale="1">
        <p:scale>
          <a:sx n="69" d="100"/>
          <a:sy n="69" d="100"/>
        </p:scale>
        <p:origin x="72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35" d="100"/>
          <a:sy n="135" d="100"/>
        </p:scale>
        <p:origin x="60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MIN ESTIVEN JARAMILLO M�NERA" userId="S::yominjaramillo2283@correo.itm.edu.co::5de7da91-d4ca-4e19-ade9-7a9f7cf3f0cc" providerId="AD" clId="Web-{F14E0B9D-BAF2-9436-9528-C07ED56563EA}"/>
    <pc:docChg chg="addSld delSld modSld">
      <pc:chgData name="YOMIN ESTIVEN JARAMILLO M�NERA" userId="S::yominjaramillo2283@correo.itm.edu.co::5de7da91-d4ca-4e19-ade9-7a9f7cf3f0cc" providerId="AD" clId="Web-{F14E0B9D-BAF2-9436-9528-C07ED56563EA}" dt="2024-04-03T22:15:30.981" v="468" actId="1076"/>
      <pc:docMkLst>
        <pc:docMk/>
      </pc:docMkLst>
      <pc:sldChg chg="addSp modSp">
        <pc:chgData name="YOMIN ESTIVEN JARAMILLO M�NERA" userId="S::yominjaramillo2283@correo.itm.edu.co::5de7da91-d4ca-4e19-ade9-7a9f7cf3f0cc" providerId="AD" clId="Web-{F14E0B9D-BAF2-9436-9528-C07ED56563EA}" dt="2024-04-03T22:14:55.807" v="466" actId="1076"/>
        <pc:sldMkLst>
          <pc:docMk/>
          <pc:sldMk cId="3631919835" sldId="410"/>
        </pc:sldMkLst>
        <pc:spChg chg="mod">
          <ac:chgData name="YOMIN ESTIVEN JARAMILLO M�NERA" userId="S::yominjaramillo2283@correo.itm.edu.co::5de7da91-d4ca-4e19-ade9-7a9f7cf3f0cc" providerId="AD" clId="Web-{F14E0B9D-BAF2-9436-9528-C07ED56563EA}" dt="2024-04-03T21:29:00.157" v="10" actId="20577"/>
          <ac:spMkLst>
            <pc:docMk/>
            <pc:sldMk cId="3631919835" sldId="410"/>
            <ac:spMk id="3" creationId="{4DCCD974-9C6A-0414-E44B-1E6C3A5CB0CA}"/>
          </ac:spMkLst>
        </pc:spChg>
        <pc:picChg chg="add mod">
          <ac:chgData name="YOMIN ESTIVEN JARAMILLO M�NERA" userId="S::yominjaramillo2283@correo.itm.edu.co::5de7da91-d4ca-4e19-ade9-7a9f7cf3f0cc" providerId="AD" clId="Web-{F14E0B9D-BAF2-9436-9528-C07ED56563EA}" dt="2024-04-03T22:14:55.807" v="466" actId="1076"/>
          <ac:picMkLst>
            <pc:docMk/>
            <pc:sldMk cId="3631919835" sldId="410"/>
            <ac:picMk id="4" creationId="{CAD9BFFF-9B06-FCA1-7CC8-C09FACE32D11}"/>
          </ac:picMkLst>
        </pc:picChg>
      </pc:sldChg>
      <pc:sldChg chg="del">
        <pc:chgData name="YOMIN ESTIVEN JARAMILLO M�NERA" userId="S::yominjaramillo2283@correo.itm.edu.co::5de7da91-d4ca-4e19-ade9-7a9f7cf3f0cc" providerId="AD" clId="Web-{F14E0B9D-BAF2-9436-9528-C07ED56563EA}" dt="2024-04-03T22:13:05.832" v="464"/>
        <pc:sldMkLst>
          <pc:docMk/>
          <pc:sldMk cId="1891135819" sldId="417"/>
        </pc:sldMkLst>
      </pc:sldChg>
      <pc:sldChg chg="addSp modSp add replId">
        <pc:chgData name="YOMIN ESTIVEN JARAMILLO M�NERA" userId="S::yominjaramillo2283@correo.itm.edu.co::5de7da91-d4ca-4e19-ade9-7a9f7cf3f0cc" providerId="AD" clId="Web-{F14E0B9D-BAF2-9436-9528-C07ED56563EA}" dt="2024-04-03T22:15:30.981" v="468" actId="1076"/>
        <pc:sldMkLst>
          <pc:docMk/>
          <pc:sldMk cId="2545929237" sldId="418"/>
        </pc:sldMkLst>
        <pc:spChg chg="mod">
          <ac:chgData name="YOMIN ESTIVEN JARAMILLO M�NERA" userId="S::yominjaramillo2283@correo.itm.edu.co::5de7da91-d4ca-4e19-ade9-7a9f7cf3f0cc" providerId="AD" clId="Web-{F14E0B9D-BAF2-9436-9528-C07ED56563EA}" dt="2024-04-03T21:29:09.611" v="12" actId="20577"/>
          <ac:spMkLst>
            <pc:docMk/>
            <pc:sldMk cId="2545929237" sldId="418"/>
            <ac:spMk id="3" creationId="{4DCCD974-9C6A-0414-E44B-1E6C3A5CB0CA}"/>
          </ac:spMkLst>
        </pc:spChg>
        <pc:picChg chg="add mod">
          <ac:chgData name="YOMIN ESTIVEN JARAMILLO M�NERA" userId="S::yominjaramillo2283@correo.itm.edu.co::5de7da91-d4ca-4e19-ade9-7a9f7cf3f0cc" providerId="AD" clId="Web-{F14E0B9D-BAF2-9436-9528-C07ED56563EA}" dt="2024-04-03T22:15:30.981" v="468" actId="1076"/>
          <ac:picMkLst>
            <pc:docMk/>
            <pc:sldMk cId="2545929237" sldId="418"/>
            <ac:picMk id="4" creationId="{AF0BC3AE-F4C9-63E6-379D-92B269E4B425}"/>
          </ac:picMkLst>
        </pc:picChg>
      </pc:sldChg>
      <pc:sldChg chg="modSp add replId">
        <pc:chgData name="YOMIN ESTIVEN JARAMILLO M�NERA" userId="S::yominjaramillo2283@correo.itm.edu.co::5de7da91-d4ca-4e19-ade9-7a9f7cf3f0cc" providerId="AD" clId="Web-{F14E0B9D-BAF2-9436-9528-C07ED56563EA}" dt="2024-04-03T21:36:48.920" v="30" actId="20577"/>
        <pc:sldMkLst>
          <pc:docMk/>
          <pc:sldMk cId="727387579" sldId="419"/>
        </pc:sldMkLst>
        <pc:spChg chg="mod">
          <ac:chgData name="YOMIN ESTIVEN JARAMILLO M�NERA" userId="S::yominjaramillo2283@correo.itm.edu.co::5de7da91-d4ca-4e19-ade9-7a9f7cf3f0cc" providerId="AD" clId="Web-{F14E0B9D-BAF2-9436-9528-C07ED56563EA}" dt="2024-04-03T21:36:02.511" v="22" actId="20577"/>
          <ac:spMkLst>
            <pc:docMk/>
            <pc:sldMk cId="727387579" sldId="419"/>
            <ac:spMk id="2" creationId="{C84686E8-D1EC-F8DA-255F-FB95E49A1F29}"/>
          </ac:spMkLst>
        </pc:spChg>
        <pc:spChg chg="mod">
          <ac:chgData name="YOMIN ESTIVEN JARAMILLO M�NERA" userId="S::yominjaramillo2283@correo.itm.edu.co::5de7da91-d4ca-4e19-ade9-7a9f7cf3f0cc" providerId="AD" clId="Web-{F14E0B9D-BAF2-9436-9528-C07ED56563EA}" dt="2024-04-03T21:36:48.920" v="30" actId="20577"/>
          <ac:spMkLst>
            <pc:docMk/>
            <pc:sldMk cId="727387579" sldId="419"/>
            <ac:spMk id="3" creationId="{4DCCD974-9C6A-0414-E44B-1E6C3A5CB0CA}"/>
          </ac:spMkLst>
        </pc:spChg>
      </pc:sldChg>
      <pc:sldChg chg="modSp add replId">
        <pc:chgData name="YOMIN ESTIVEN JARAMILLO M�NERA" userId="S::yominjaramillo2283@correo.itm.edu.co::5de7da91-d4ca-4e19-ade9-7a9f7cf3f0cc" providerId="AD" clId="Web-{F14E0B9D-BAF2-9436-9528-C07ED56563EA}" dt="2024-04-03T21:54:52.813" v="228" actId="20577"/>
        <pc:sldMkLst>
          <pc:docMk/>
          <pc:sldMk cId="3610308680" sldId="420"/>
        </pc:sldMkLst>
        <pc:spChg chg="mod">
          <ac:chgData name="YOMIN ESTIVEN JARAMILLO M�NERA" userId="S::yominjaramillo2283@correo.itm.edu.co::5de7da91-d4ca-4e19-ade9-7a9f7cf3f0cc" providerId="AD" clId="Web-{F14E0B9D-BAF2-9436-9528-C07ED56563EA}" dt="2024-04-03T21:37:03.749" v="39" actId="20577"/>
          <ac:spMkLst>
            <pc:docMk/>
            <pc:sldMk cId="3610308680" sldId="420"/>
            <ac:spMk id="2" creationId="{C84686E8-D1EC-F8DA-255F-FB95E49A1F29}"/>
          </ac:spMkLst>
        </pc:spChg>
        <pc:spChg chg="mod">
          <ac:chgData name="YOMIN ESTIVEN JARAMILLO M�NERA" userId="S::yominjaramillo2283@correo.itm.edu.co::5de7da91-d4ca-4e19-ade9-7a9f7cf3f0cc" providerId="AD" clId="Web-{F14E0B9D-BAF2-9436-9528-C07ED56563EA}" dt="2024-04-03T21:54:52.813" v="228" actId="20577"/>
          <ac:spMkLst>
            <pc:docMk/>
            <pc:sldMk cId="3610308680" sldId="420"/>
            <ac:spMk id="3" creationId="{4DCCD974-9C6A-0414-E44B-1E6C3A5CB0CA}"/>
          </ac:spMkLst>
        </pc:spChg>
      </pc:sldChg>
      <pc:sldChg chg="addSp modSp add replId">
        <pc:chgData name="YOMIN ESTIVEN JARAMILLO M�NERA" userId="S::yominjaramillo2283@correo.itm.edu.co::5de7da91-d4ca-4e19-ade9-7a9f7cf3f0cc" providerId="AD" clId="Web-{F14E0B9D-BAF2-9436-9528-C07ED56563EA}" dt="2024-04-03T21:59:01.375" v="244" actId="1076"/>
        <pc:sldMkLst>
          <pc:docMk/>
          <pc:sldMk cId="2651985110" sldId="421"/>
        </pc:sldMkLst>
        <pc:spChg chg="mod">
          <ac:chgData name="YOMIN ESTIVEN JARAMILLO M�NERA" userId="S::yominjaramillo2283@correo.itm.edu.co::5de7da91-d4ca-4e19-ade9-7a9f7cf3f0cc" providerId="AD" clId="Web-{F14E0B9D-BAF2-9436-9528-C07ED56563EA}" dt="2024-04-03T21:47:20.333" v="141" actId="20577"/>
          <ac:spMkLst>
            <pc:docMk/>
            <pc:sldMk cId="2651985110" sldId="421"/>
            <ac:spMk id="3" creationId="{4DCCD974-9C6A-0414-E44B-1E6C3A5CB0CA}"/>
          </ac:spMkLst>
        </pc:spChg>
        <pc:spChg chg="add mod">
          <ac:chgData name="YOMIN ESTIVEN JARAMILLO M�NERA" userId="S::yominjaramillo2283@correo.itm.edu.co::5de7da91-d4ca-4e19-ade9-7a9f7cf3f0cc" providerId="AD" clId="Web-{F14E0B9D-BAF2-9436-9528-C07ED56563EA}" dt="2024-04-03T21:58:55.390" v="243" actId="20577"/>
          <ac:spMkLst>
            <pc:docMk/>
            <pc:sldMk cId="2651985110" sldId="421"/>
            <ac:spMk id="5" creationId="{2F72B65C-2838-D017-ECC4-2AABFEAC8148}"/>
          </ac:spMkLst>
        </pc:spChg>
        <pc:picChg chg="add mod">
          <ac:chgData name="YOMIN ESTIVEN JARAMILLO M�NERA" userId="S::yominjaramillo2283@correo.itm.edu.co::5de7da91-d4ca-4e19-ade9-7a9f7cf3f0cc" providerId="AD" clId="Web-{F14E0B9D-BAF2-9436-9528-C07ED56563EA}" dt="2024-04-03T21:59:01.375" v="244" actId="1076"/>
          <ac:picMkLst>
            <pc:docMk/>
            <pc:sldMk cId="2651985110" sldId="421"/>
            <ac:picMk id="4" creationId="{980CF5B0-841F-865B-55D7-B5441F897897}"/>
          </ac:picMkLst>
        </pc:picChg>
      </pc:sldChg>
      <pc:sldChg chg="new del">
        <pc:chgData name="YOMIN ESTIVEN JARAMILLO M�NERA" userId="S::yominjaramillo2283@correo.itm.edu.co::5de7da91-d4ca-4e19-ade9-7a9f7cf3f0cc" providerId="AD" clId="Web-{F14E0B9D-BAF2-9436-9528-C07ED56563EA}" dt="2024-04-03T22:02:07.980" v="247"/>
        <pc:sldMkLst>
          <pc:docMk/>
          <pc:sldMk cId="221696923" sldId="422"/>
        </pc:sldMkLst>
      </pc:sldChg>
      <pc:sldChg chg="addSp delSp modSp add replId">
        <pc:chgData name="YOMIN ESTIVEN JARAMILLO M�NERA" userId="S::yominjaramillo2283@correo.itm.edu.co::5de7da91-d4ca-4e19-ade9-7a9f7cf3f0cc" providerId="AD" clId="Web-{F14E0B9D-BAF2-9436-9528-C07ED56563EA}" dt="2024-04-03T22:12:54.815" v="463" actId="1076"/>
        <pc:sldMkLst>
          <pc:docMk/>
          <pc:sldMk cId="1985615878" sldId="423"/>
        </pc:sldMkLst>
        <pc:spChg chg="mod">
          <ac:chgData name="YOMIN ESTIVEN JARAMILLO M�NERA" userId="S::yominjaramillo2283@correo.itm.edu.co::5de7da91-d4ca-4e19-ade9-7a9f7cf3f0cc" providerId="AD" clId="Web-{F14E0B9D-BAF2-9436-9528-C07ED56563EA}" dt="2024-04-03T22:03:56.971" v="276" actId="20577"/>
          <ac:spMkLst>
            <pc:docMk/>
            <pc:sldMk cId="1985615878" sldId="423"/>
            <ac:spMk id="2" creationId="{C84686E8-D1EC-F8DA-255F-FB95E49A1F29}"/>
          </ac:spMkLst>
        </pc:spChg>
        <pc:spChg chg="mod">
          <ac:chgData name="YOMIN ESTIVEN JARAMILLO M�NERA" userId="S::yominjaramillo2283@correo.itm.edu.co::5de7da91-d4ca-4e19-ade9-7a9f7cf3f0cc" providerId="AD" clId="Web-{F14E0B9D-BAF2-9436-9528-C07ED56563EA}" dt="2024-04-03T22:02:21.293" v="249" actId="20577"/>
          <ac:spMkLst>
            <pc:docMk/>
            <pc:sldMk cId="1985615878" sldId="423"/>
            <ac:spMk id="3" creationId="{4DCCD974-9C6A-0414-E44B-1E6C3A5CB0CA}"/>
          </ac:spMkLst>
        </pc:spChg>
        <pc:spChg chg="del mod">
          <ac:chgData name="YOMIN ESTIVEN JARAMILLO M�NERA" userId="S::yominjaramillo2283@correo.itm.edu.co::5de7da91-d4ca-4e19-ade9-7a9f7cf3f0cc" providerId="AD" clId="Web-{F14E0B9D-BAF2-9436-9528-C07ED56563EA}" dt="2024-04-03T22:03:36.329" v="251"/>
          <ac:spMkLst>
            <pc:docMk/>
            <pc:sldMk cId="1985615878" sldId="423"/>
            <ac:spMk id="5" creationId="{2F72B65C-2838-D017-ECC4-2AABFEAC8148}"/>
          </ac:spMkLst>
        </pc:spChg>
        <pc:spChg chg="add mod">
          <ac:chgData name="YOMIN ESTIVEN JARAMILLO M�NERA" userId="S::yominjaramillo2283@correo.itm.edu.co::5de7da91-d4ca-4e19-ade9-7a9f7cf3f0cc" providerId="AD" clId="Web-{F14E0B9D-BAF2-9436-9528-C07ED56563EA}" dt="2024-04-03T22:12:54.815" v="463" actId="1076"/>
          <ac:spMkLst>
            <pc:docMk/>
            <pc:sldMk cId="1985615878" sldId="423"/>
            <ac:spMk id="6" creationId="{4E214B4C-14AB-3065-3A92-DD47975EDA34}"/>
          </ac:spMkLst>
        </pc:spChg>
        <pc:picChg chg="del">
          <ac:chgData name="YOMIN ESTIVEN JARAMILLO M�NERA" userId="S::yominjaramillo2283@correo.itm.edu.co::5de7da91-d4ca-4e19-ade9-7a9f7cf3f0cc" providerId="AD" clId="Web-{F14E0B9D-BAF2-9436-9528-C07ED56563EA}" dt="2024-04-03T22:02:12.871" v="248"/>
          <ac:picMkLst>
            <pc:docMk/>
            <pc:sldMk cId="1985615878" sldId="423"/>
            <ac:picMk id="4" creationId="{980CF5B0-841F-865B-55D7-B5441F897897}"/>
          </ac:picMkLst>
        </pc:picChg>
      </pc:sldChg>
    </pc:docChg>
  </pc:docChgLst>
  <pc:docChgLst>
    <pc:chgData name="YOMIN ESTIVEN JARAMILLO M�NERA" userId="S::yominjaramillo2283@correo.itm.edu.co::5de7da91-d4ca-4e19-ade9-7a9f7cf3f0cc" providerId="AD" clId="Web-{F0C96404-8C90-3312-A1A0-6B8A452BD4F5}"/>
    <pc:docChg chg="modSld">
      <pc:chgData name="YOMIN ESTIVEN JARAMILLO M�NERA" userId="S::yominjaramillo2283@correo.itm.edu.co::5de7da91-d4ca-4e19-ade9-7a9f7cf3f0cc" providerId="AD" clId="Web-{F0C96404-8C90-3312-A1A0-6B8A452BD4F5}" dt="2024-04-03T22:18:10.978" v="13" actId="1076"/>
      <pc:docMkLst>
        <pc:docMk/>
      </pc:docMkLst>
      <pc:sldChg chg="addSp delSp modSp">
        <pc:chgData name="YOMIN ESTIVEN JARAMILLO M�NERA" userId="S::yominjaramillo2283@correo.itm.edu.co::5de7da91-d4ca-4e19-ade9-7a9f7cf3f0cc" providerId="AD" clId="Web-{F0C96404-8C90-3312-A1A0-6B8A452BD4F5}" dt="2024-04-03T22:18:10.978" v="13" actId="1076"/>
        <pc:sldMkLst>
          <pc:docMk/>
          <pc:sldMk cId="2545929237" sldId="418"/>
        </pc:sldMkLst>
        <pc:spChg chg="mod">
          <ac:chgData name="YOMIN ESTIVEN JARAMILLO M�NERA" userId="S::yominjaramillo2283@correo.itm.edu.co::5de7da91-d4ca-4e19-ade9-7a9f7cf3f0cc" providerId="AD" clId="Web-{F0C96404-8C90-3312-A1A0-6B8A452BD4F5}" dt="2024-04-03T22:18:07.712" v="12" actId="1076"/>
          <ac:spMkLst>
            <pc:docMk/>
            <pc:sldMk cId="2545929237" sldId="418"/>
            <ac:spMk id="3" creationId="{4DCCD974-9C6A-0414-E44B-1E6C3A5CB0CA}"/>
          </ac:spMkLst>
        </pc:spChg>
        <pc:picChg chg="del">
          <ac:chgData name="YOMIN ESTIVEN JARAMILLO M�NERA" userId="S::yominjaramillo2283@correo.itm.edu.co::5de7da91-d4ca-4e19-ade9-7a9f7cf3f0cc" providerId="AD" clId="Web-{F0C96404-8C90-3312-A1A0-6B8A452BD4F5}" dt="2024-04-03T22:17:12.099" v="2"/>
          <ac:picMkLst>
            <pc:docMk/>
            <pc:sldMk cId="2545929237" sldId="418"/>
            <ac:picMk id="4" creationId="{AF0BC3AE-F4C9-63E6-379D-92B269E4B425}"/>
          </ac:picMkLst>
        </pc:picChg>
        <pc:picChg chg="add del mod ord">
          <ac:chgData name="YOMIN ESTIVEN JARAMILLO M�NERA" userId="S::yominjaramillo2283@correo.itm.edu.co::5de7da91-d4ca-4e19-ade9-7a9f7cf3f0cc" providerId="AD" clId="Web-{F0C96404-8C90-3312-A1A0-6B8A452BD4F5}" dt="2024-04-03T22:18:10.978" v="13" actId="1076"/>
          <ac:picMkLst>
            <pc:docMk/>
            <pc:sldMk cId="2545929237" sldId="418"/>
            <ac:picMk id="5" creationId="{79C09AB6-75AF-80DE-9E2C-69DB330E3711}"/>
          </ac:picMkLst>
        </pc:picChg>
      </pc:sldChg>
    </pc:docChg>
  </pc:docChgLst>
  <pc:docChgLst>
    <pc:chgData name="YOMIN ESTIVEN JARAMILLO M�NERA" userId="S::yominjaramillo2283@correo.itm.edu.co::5de7da91-d4ca-4e19-ade9-7a9f7cf3f0cc" providerId="AD" clId="Web-{86D468E0-09C2-A39F-3D54-D897BE65B140}"/>
    <pc:docChg chg="addSld modSld">
      <pc:chgData name="YOMIN ESTIVEN JARAMILLO M�NERA" userId="S::yominjaramillo2283@correo.itm.edu.co::5de7da91-d4ca-4e19-ade9-7a9f7cf3f0cc" providerId="AD" clId="Web-{86D468E0-09C2-A39F-3D54-D897BE65B140}" dt="2024-03-20T18:53:56.987" v="16" actId="14100"/>
      <pc:docMkLst>
        <pc:docMk/>
      </pc:docMkLst>
      <pc:sldChg chg="delSp modSp new">
        <pc:chgData name="YOMIN ESTIVEN JARAMILLO M�NERA" userId="S::yominjaramillo2283@correo.itm.edu.co::5de7da91-d4ca-4e19-ade9-7a9f7cf3f0cc" providerId="AD" clId="Web-{86D468E0-09C2-A39F-3D54-D897BE65B140}" dt="2024-03-20T18:53:56.987" v="16" actId="14100"/>
        <pc:sldMkLst>
          <pc:docMk/>
          <pc:sldMk cId="1891135819" sldId="417"/>
        </pc:sldMkLst>
        <pc:spChg chg="mod">
          <ac:chgData name="YOMIN ESTIVEN JARAMILLO M�NERA" userId="S::yominjaramillo2283@correo.itm.edu.co::5de7da91-d4ca-4e19-ade9-7a9f7cf3f0cc" providerId="AD" clId="Web-{86D468E0-09C2-A39F-3D54-D897BE65B140}" dt="2024-03-20T18:53:47.174" v="12" actId="20577"/>
          <ac:spMkLst>
            <pc:docMk/>
            <pc:sldMk cId="1891135819" sldId="417"/>
            <ac:spMk id="2" creationId="{F0481AD0-7024-B5AD-C48C-522AA39E16B1}"/>
          </ac:spMkLst>
        </pc:spChg>
        <pc:spChg chg="mod">
          <ac:chgData name="YOMIN ESTIVEN JARAMILLO M�NERA" userId="S::yominjaramillo2283@correo.itm.edu.co::5de7da91-d4ca-4e19-ade9-7a9f7cf3f0cc" providerId="AD" clId="Web-{86D468E0-09C2-A39F-3D54-D897BE65B140}" dt="2024-03-20T18:53:56.987" v="16" actId="14100"/>
          <ac:spMkLst>
            <pc:docMk/>
            <pc:sldMk cId="1891135819" sldId="417"/>
            <ac:spMk id="3" creationId="{4064D25D-CE63-7A28-2AE7-A8512B97B0E7}"/>
          </ac:spMkLst>
        </pc:spChg>
        <pc:spChg chg="del">
          <ac:chgData name="YOMIN ESTIVEN JARAMILLO M�NERA" userId="S::yominjaramillo2283@correo.itm.edu.co::5de7da91-d4ca-4e19-ade9-7a9f7cf3f0cc" providerId="AD" clId="Web-{86D468E0-09C2-A39F-3D54-D897BE65B140}" dt="2024-03-20T18:53:52.940" v="15"/>
          <ac:spMkLst>
            <pc:docMk/>
            <pc:sldMk cId="1891135819" sldId="417"/>
            <ac:spMk id="4" creationId="{FFBD3441-65B1-4D04-735D-75F059239DBA}"/>
          </ac:spMkLst>
        </pc:spChg>
      </pc:sldChg>
    </pc:docChg>
  </pc:docChgLst>
  <pc:docChgLst>
    <pc:chgData name="YOMIN ESTIVEN JARAMILLO M�NERA" userId="S::yominjaramillo2283@correo.itm.edu.co::5de7da91-d4ca-4e19-ade9-7a9f7cf3f0cc" providerId="AD" clId="Web-{23CE4100-44B9-8D57-E698-82428756BDAA}"/>
    <pc:docChg chg="delSld modSld">
      <pc:chgData name="YOMIN ESTIVEN JARAMILLO M�NERA" userId="S::yominjaramillo2283@correo.itm.edu.co::5de7da91-d4ca-4e19-ade9-7a9f7cf3f0cc" providerId="AD" clId="Web-{23CE4100-44B9-8D57-E698-82428756BDAA}" dt="2024-04-03T21:26:39.038" v="79" actId="20577"/>
      <pc:docMkLst>
        <pc:docMk/>
      </pc:docMkLst>
      <pc:sldChg chg="modSp">
        <pc:chgData name="YOMIN ESTIVEN JARAMILLO M�NERA" userId="S::yominjaramillo2283@correo.itm.edu.co::5de7da91-d4ca-4e19-ade9-7a9f7cf3f0cc" providerId="AD" clId="Web-{23CE4100-44B9-8D57-E698-82428756BDAA}" dt="2024-04-03T21:17:49.332" v="41" actId="20577"/>
        <pc:sldMkLst>
          <pc:docMk/>
          <pc:sldMk cId="3863656188" sldId="261"/>
        </pc:sldMkLst>
        <pc:spChg chg="mod">
          <ac:chgData name="YOMIN ESTIVEN JARAMILLO M�NERA" userId="S::yominjaramillo2283@correo.itm.edu.co::5de7da91-d4ca-4e19-ade9-7a9f7cf3f0cc" providerId="AD" clId="Web-{23CE4100-44B9-8D57-E698-82428756BDAA}" dt="2024-04-03T21:17:49.332" v="41" actId="20577"/>
          <ac:spMkLst>
            <pc:docMk/>
            <pc:sldMk cId="3863656188" sldId="261"/>
            <ac:spMk id="2" creationId="{BAA11FED-CFD3-314A-935E-0D9D389A6A19}"/>
          </ac:spMkLst>
        </pc:spChg>
      </pc:sldChg>
      <pc:sldChg chg="delSp modSp">
        <pc:chgData name="YOMIN ESTIVEN JARAMILLO M�NERA" userId="S::yominjaramillo2283@correo.itm.edu.co::5de7da91-d4ca-4e19-ade9-7a9f7cf3f0cc" providerId="AD" clId="Web-{23CE4100-44B9-8D57-E698-82428756BDAA}" dt="2024-04-03T21:26:39.038" v="79" actId="20577"/>
        <pc:sldMkLst>
          <pc:docMk/>
          <pc:sldMk cId="3631919835" sldId="410"/>
        </pc:sldMkLst>
        <pc:spChg chg="mod">
          <ac:chgData name="YOMIN ESTIVEN JARAMILLO M�NERA" userId="S::yominjaramillo2283@correo.itm.edu.co::5de7da91-d4ca-4e19-ade9-7a9f7cf3f0cc" providerId="AD" clId="Web-{23CE4100-44B9-8D57-E698-82428756BDAA}" dt="2024-04-03T21:18:01.504" v="54" actId="20577"/>
          <ac:spMkLst>
            <pc:docMk/>
            <pc:sldMk cId="3631919835" sldId="410"/>
            <ac:spMk id="2" creationId="{C84686E8-D1EC-F8DA-255F-FB95E49A1F29}"/>
          </ac:spMkLst>
        </pc:spChg>
        <pc:spChg chg="mod">
          <ac:chgData name="YOMIN ESTIVEN JARAMILLO M�NERA" userId="S::yominjaramillo2283@correo.itm.edu.co::5de7da91-d4ca-4e19-ade9-7a9f7cf3f0cc" providerId="AD" clId="Web-{23CE4100-44B9-8D57-E698-82428756BDAA}" dt="2024-04-03T21:26:39.038" v="79" actId="20577"/>
          <ac:spMkLst>
            <pc:docMk/>
            <pc:sldMk cId="3631919835" sldId="410"/>
            <ac:spMk id="3" creationId="{4DCCD974-9C6A-0414-E44B-1E6C3A5CB0CA}"/>
          </ac:spMkLst>
        </pc:spChg>
        <pc:picChg chg="del">
          <ac:chgData name="YOMIN ESTIVEN JARAMILLO M�NERA" userId="S::yominjaramillo2283@correo.itm.edu.co::5de7da91-d4ca-4e19-ade9-7a9f7cf3f0cc" providerId="AD" clId="Web-{23CE4100-44B9-8D57-E698-82428756BDAA}" dt="2024-04-03T21:18:08.723" v="56"/>
          <ac:picMkLst>
            <pc:docMk/>
            <pc:sldMk cId="3631919835" sldId="410"/>
            <ac:picMk id="3074" creationId="{ABD2B27A-9B22-D7AB-F31F-A5B32F9A75A1}"/>
          </ac:picMkLst>
        </pc:picChg>
      </pc:sldChg>
      <pc:sldChg chg="del">
        <pc:chgData name="YOMIN ESTIVEN JARAMILLO M�NERA" userId="S::yominjaramillo2283@correo.itm.edu.co::5de7da91-d4ca-4e19-ade9-7a9f7cf3f0cc" providerId="AD" clId="Web-{23CE4100-44B9-8D57-E698-82428756BDAA}" dt="2024-04-03T21:18:11.880" v="57"/>
        <pc:sldMkLst>
          <pc:docMk/>
          <pc:sldMk cId="3866690233" sldId="411"/>
        </pc:sldMkLst>
      </pc:sldChg>
      <pc:sldChg chg="del">
        <pc:chgData name="YOMIN ESTIVEN JARAMILLO M�NERA" userId="S::yominjaramillo2283@correo.itm.edu.co::5de7da91-d4ca-4e19-ade9-7a9f7cf3f0cc" providerId="AD" clId="Web-{23CE4100-44B9-8D57-E698-82428756BDAA}" dt="2024-04-03T21:18:12.645" v="58"/>
        <pc:sldMkLst>
          <pc:docMk/>
          <pc:sldMk cId="583001640" sldId="412"/>
        </pc:sldMkLst>
      </pc:sldChg>
      <pc:sldChg chg="del">
        <pc:chgData name="YOMIN ESTIVEN JARAMILLO M�NERA" userId="S::yominjaramillo2283@correo.itm.edu.co::5de7da91-d4ca-4e19-ade9-7a9f7cf3f0cc" providerId="AD" clId="Web-{23CE4100-44B9-8D57-E698-82428756BDAA}" dt="2024-04-03T21:18:13.817" v="59"/>
        <pc:sldMkLst>
          <pc:docMk/>
          <pc:sldMk cId="1279100593" sldId="413"/>
        </pc:sldMkLst>
      </pc:sldChg>
      <pc:sldChg chg="del">
        <pc:chgData name="YOMIN ESTIVEN JARAMILLO M�NERA" userId="S::yominjaramillo2283@correo.itm.edu.co::5de7da91-d4ca-4e19-ade9-7a9f7cf3f0cc" providerId="AD" clId="Web-{23CE4100-44B9-8D57-E698-82428756BDAA}" dt="2024-04-03T21:18:14.739" v="60"/>
        <pc:sldMkLst>
          <pc:docMk/>
          <pc:sldMk cId="2274851797" sldId="414"/>
        </pc:sldMkLst>
      </pc:sldChg>
      <pc:sldChg chg="del">
        <pc:chgData name="YOMIN ESTIVEN JARAMILLO M�NERA" userId="S::yominjaramillo2283@correo.itm.edu.co::5de7da91-d4ca-4e19-ade9-7a9f7cf3f0cc" providerId="AD" clId="Web-{23CE4100-44B9-8D57-E698-82428756BDAA}" dt="2024-04-03T21:18:15.895" v="61"/>
        <pc:sldMkLst>
          <pc:docMk/>
          <pc:sldMk cId="2224029229" sldId="415"/>
        </pc:sldMkLst>
      </pc:sldChg>
      <pc:sldChg chg="del">
        <pc:chgData name="YOMIN ESTIVEN JARAMILLO M�NERA" userId="S::yominjaramillo2283@correo.itm.edu.co::5de7da91-d4ca-4e19-ade9-7a9f7cf3f0cc" providerId="AD" clId="Web-{23CE4100-44B9-8D57-E698-82428756BDAA}" dt="2024-04-03T21:18:17.067" v="62"/>
        <pc:sldMkLst>
          <pc:docMk/>
          <pc:sldMk cId="3757255834" sldId="4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C24C2-BD3D-B848-8ECA-2C648348E733}" type="datetimeFigureOut">
              <a:rPr lang="es-CO" smtClean="0"/>
              <a:t>15/09/2025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7C5BF-8CE3-8B4B-9D5E-86E6BB3607B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373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2DC57-3FAE-7641-83A6-186E25CE8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1823"/>
            <a:ext cx="9144000" cy="184814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3D19E7-4D3E-2449-A451-16AFB6ABE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EF7908-A0FA-824F-A02B-06B221D6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39FC3C-4827-A245-A81F-F62E3B329FB4}" type="datetimeFigureOut">
              <a:rPr lang="es-CO" smtClean="0"/>
              <a:t>15/09/2025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F24743-16EB-9541-898C-087A5963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F6150-0C96-404E-96E9-64685BA0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0C0921-2E22-C849-88EF-5DBFE4AA72D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131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A1D56-9751-4D42-AB00-8CE0891A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17309-F0C9-DF4B-90AA-FA80420E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6079F-6D13-7F49-912E-41EB66A5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39FC3C-4827-A245-A81F-F62E3B329FB4}" type="datetimeFigureOut">
              <a:rPr lang="es-CO" smtClean="0"/>
              <a:t>15/09/2025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F5998-0C0D-EA47-B7E0-372E499A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10A490-A9B4-FE44-A6C1-120C26A5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0C0921-2E22-C849-88EF-5DBFE4AA72D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65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48141-C1E2-834D-9420-674419BA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811F7-DE2A-4840-ADA3-5D5D7E854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346" y="1825626"/>
            <a:ext cx="5181600" cy="3851606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707B3E-8233-D14C-BA7F-638E3F1FB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851606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207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D7AAD9B6-F983-4F40-9D8B-9CC39FDF6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367624"/>
            <a:ext cx="10622280" cy="4309607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35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05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25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214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027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17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E703E7-8DD9-EA41-B94D-76F7AD54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FCEC04-A456-1442-9E80-E6998191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7117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1" r:id="rId4"/>
    <p:sldLayoutId id="2147483692" r:id="rId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1F3028-22EF-6B4B-878D-D750540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5632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1F3028-22EF-6B4B-878D-D750540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3425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1F3028-22EF-6B4B-878D-D750540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4004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python.org/en/latest/library/machine.Pin.html#machine.Pin.irq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python.org/en/latest/esp32/tutorial/peripheral_access.html" TargetMode="External"/><Relationship Id="rId2" Type="http://schemas.openxmlformats.org/officeDocument/2006/relationships/hyperlink" Target="https://wokwi.com/projects/394164155128179713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11FED-CFD3-314A-935E-0D9D389A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MICROCONTROLADORES</a:t>
            </a:r>
            <a:br>
              <a:rPr lang="es-CO" dirty="0"/>
            </a:br>
            <a:r>
              <a:rPr lang="es-CO" dirty="0">
                <a:latin typeface="Arial"/>
                <a:cs typeface="Arial"/>
              </a:rPr>
              <a:t>Interrupciones-Sincronización </a:t>
            </a:r>
            <a:r>
              <a:rPr lang="es-CO" dirty="0" err="1">
                <a:latin typeface="Arial"/>
                <a:cs typeface="Arial"/>
              </a:rPr>
              <a:t>GPIO's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0A93CF5-6E51-487D-BC04-CDC4C8D341C1}"/>
              </a:ext>
            </a:extLst>
          </p:cNvPr>
          <p:cNvSpPr txBox="1">
            <a:spLocks/>
          </p:cNvSpPr>
          <p:nvPr/>
        </p:nvSpPr>
        <p:spPr>
          <a:xfrm>
            <a:off x="838200" y="4022888"/>
            <a:ext cx="10515600" cy="18283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CO" sz="2000" dirty="0"/>
              <a:t>Docente: </a:t>
            </a:r>
          </a:p>
          <a:p>
            <a:r>
              <a:rPr lang="es-CO" sz="2000" dirty="0" err="1"/>
              <a:t>Yomin</a:t>
            </a:r>
            <a:r>
              <a:rPr lang="es-CO" sz="2000" dirty="0"/>
              <a:t> Jaramillo Múnera</a:t>
            </a:r>
          </a:p>
          <a:p>
            <a:r>
              <a:rPr lang="es-CO" sz="2000" dirty="0"/>
              <a:t>Yominjaramillo2283@correo.itm.edu.co</a:t>
            </a:r>
          </a:p>
        </p:txBody>
      </p:sp>
    </p:spTree>
    <p:extLst>
      <p:ext uri="{BB962C8B-B14F-4D97-AF65-F5344CB8AC3E}">
        <p14:creationId xmlns:p14="http://schemas.microsoft.com/office/powerpoint/2010/main" val="386365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86E8-D1EC-F8DA-255F-FB95E49A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Interrupciones externas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CD974-9C6A-0414-E44B-1E6C3A5CB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896" y="1719502"/>
            <a:ext cx="6911781" cy="3851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dirty="0">
                <a:latin typeface="Arial Narrow"/>
              </a:rPr>
              <a:t>Las interrupciones son útiles para hacer que las cosas sucedan automáticamente en los programas de microcontroladores .</a:t>
            </a:r>
            <a:endParaRPr lang="es-ES" dirty="0"/>
          </a:p>
          <a:p>
            <a:pPr algn="just"/>
            <a:endParaRPr lang="es-ES" dirty="0">
              <a:latin typeface="Arial Narrow"/>
            </a:endParaRPr>
          </a:p>
          <a:p>
            <a:pPr algn="just"/>
            <a:r>
              <a:rPr lang="es-ES" dirty="0">
                <a:latin typeface="Arial Narrow"/>
              </a:rPr>
              <a:t> Con las interrupciones no es necesario comprobar constantemente el valor actual del pin. Cuando se detecta un cambio, se activa un evento (El cual se llama mediante una función).</a:t>
            </a:r>
            <a:endParaRPr lang="es-ES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D9BFFF-9B06-FCA1-7CC8-C09FACE32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414" y="1982041"/>
            <a:ext cx="26765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19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86E8-D1EC-F8DA-255F-FB95E49A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Interrupciones externas</a:t>
            </a:r>
            <a:endParaRPr lang="es-ES" dirty="0"/>
          </a:p>
        </p:txBody>
      </p:sp>
      <p:pic>
        <p:nvPicPr>
          <p:cNvPr id="5" name="Imagen 4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79C09AB6-75AF-80DE-9E2C-69DB330E3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491" y="3647795"/>
            <a:ext cx="8477811" cy="254317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CD974-9C6A-0414-E44B-1E6C3A5CB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984" y="1248855"/>
            <a:ext cx="11438957" cy="3851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br>
              <a:rPr lang="en-US" dirty="0"/>
            </a:br>
            <a:r>
              <a:rPr lang="es-ES" dirty="0">
                <a:solidFill>
                  <a:srgbClr val="595959"/>
                </a:solidFill>
                <a:latin typeface="Arial Narrow"/>
              </a:rPr>
              <a:t>Las interrupciones externas (IRQ, por sus siglas en inglés: </a:t>
            </a:r>
            <a:r>
              <a:rPr lang="es-ES" err="1">
                <a:solidFill>
                  <a:srgbClr val="595959"/>
                </a:solidFill>
                <a:latin typeface="Arial Narrow"/>
              </a:rPr>
              <a:t>Interrupt</a:t>
            </a:r>
            <a:r>
              <a:rPr lang="es-ES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s-ES" err="1">
                <a:solidFill>
                  <a:srgbClr val="595959"/>
                </a:solidFill>
                <a:latin typeface="Arial Narrow"/>
              </a:rPr>
              <a:t>Requests</a:t>
            </a:r>
            <a:r>
              <a:rPr lang="es-ES" dirty="0">
                <a:solidFill>
                  <a:srgbClr val="595959"/>
                </a:solidFill>
                <a:latin typeface="Arial Narrow"/>
              </a:rPr>
              <a:t>) en </a:t>
            </a:r>
            <a:r>
              <a:rPr lang="es-ES" err="1">
                <a:solidFill>
                  <a:srgbClr val="595959"/>
                </a:solidFill>
                <a:latin typeface="Arial Narrow"/>
              </a:rPr>
              <a:t>MicroPython</a:t>
            </a:r>
            <a:r>
              <a:rPr lang="es-ES" dirty="0">
                <a:solidFill>
                  <a:srgbClr val="595959"/>
                </a:solidFill>
                <a:latin typeface="Arial Narrow"/>
              </a:rPr>
              <a:t> son mecanismos que permiten a un microcontrolador responder a eventos externos de manera asíncrona e inmediata. Estas interrupciones se utilizan para manejar eventos que ocurren fuera del flujo de ejecución normal del programa, como cambios en los pines de entrada, temporizadores, o comunicación serial.</a:t>
            </a:r>
            <a:endParaRPr lang="es-E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929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86E8-D1EC-F8DA-255F-FB95E49A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Tipos de Interrupciones externas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CD974-9C6A-0414-E44B-1E6C3A5CB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896" y="1719502"/>
            <a:ext cx="10901075" cy="41989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br>
              <a:rPr lang="en-US" sz="1800" dirty="0"/>
            </a:br>
            <a:r>
              <a:rPr lang="en-US" sz="1800" b="1" dirty="0">
                <a:latin typeface="Arial Narrow"/>
              </a:rPr>
              <a:t>Entradas de </a:t>
            </a:r>
            <a:r>
              <a:rPr lang="en-US" sz="1800" b="1" err="1">
                <a:latin typeface="Arial Narrow"/>
              </a:rPr>
              <a:t>pulsadores</a:t>
            </a:r>
            <a:r>
              <a:rPr lang="en-US" sz="1800" b="1" dirty="0">
                <a:latin typeface="Arial Narrow"/>
              </a:rPr>
              <a:t> o </a:t>
            </a:r>
            <a:r>
              <a:rPr lang="en-US" sz="1800" b="1" err="1">
                <a:latin typeface="Arial Narrow"/>
              </a:rPr>
              <a:t>botones</a:t>
            </a:r>
            <a:r>
              <a:rPr lang="en-US" sz="1800" b="1" dirty="0">
                <a:latin typeface="Arial Narrow"/>
              </a:rPr>
              <a:t>: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Las IRQ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pueden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utilizarse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para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detectar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cuando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un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botón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o </a:t>
            </a:r>
            <a:r>
              <a:rPr lang="en-US" sz="1800" err="1">
                <a:solidFill>
                  <a:srgbClr val="595959"/>
                </a:solidFill>
                <a:latin typeface="Arial Narrow"/>
              </a:rPr>
              <a:t>pulsador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es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presionado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,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permitiendo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que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el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microcontrolador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responda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inmediato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a la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acción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del </a:t>
            </a:r>
            <a:r>
              <a:rPr lang="en-US" sz="1800" err="1">
                <a:solidFill>
                  <a:srgbClr val="0D0D0D"/>
                </a:solidFill>
                <a:latin typeface="Arial Narrow"/>
              </a:rPr>
              <a:t>usuario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.</a:t>
            </a:r>
            <a:endParaRPr lang="es-ES" sz="1800" dirty="0">
              <a:solidFill>
                <a:srgbClr val="595959"/>
              </a:solidFill>
            </a:endParaRPr>
          </a:p>
          <a:p>
            <a:pPr algn="just"/>
            <a:r>
              <a:rPr lang="en-US" sz="1800" b="1" dirty="0" err="1">
                <a:latin typeface="Arial Narrow"/>
              </a:rPr>
              <a:t>Monitoreo</a:t>
            </a:r>
            <a:r>
              <a:rPr lang="en-US" sz="1800" b="1" dirty="0">
                <a:latin typeface="Arial Narrow"/>
              </a:rPr>
              <a:t> de </a:t>
            </a:r>
            <a:r>
              <a:rPr lang="en-US" sz="1800" b="1" dirty="0" err="1">
                <a:latin typeface="Arial Narrow"/>
              </a:rPr>
              <a:t>sensores</a:t>
            </a:r>
            <a:r>
              <a:rPr lang="en-US" sz="1800" b="1" dirty="0">
                <a:latin typeface="Arial Narrow"/>
              </a:rPr>
              <a:t>: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Los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sensores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que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generan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señales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salida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pueden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activar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interrupciones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externas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cuando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ocurre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un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evento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importante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,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como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la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detección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movimiento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un sensor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movimiento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PIR (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Infrarrojo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Pasivo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).</a:t>
            </a:r>
            <a:endParaRPr lang="es-ES" sz="1800" dirty="0"/>
          </a:p>
          <a:p>
            <a:pPr algn="just"/>
            <a:r>
              <a:rPr lang="en-US" sz="1800" b="1" dirty="0" err="1">
                <a:latin typeface="Arial Narrow"/>
              </a:rPr>
              <a:t>Comunicación</a:t>
            </a:r>
            <a:r>
              <a:rPr lang="en-US" sz="1800" b="1" dirty="0">
                <a:latin typeface="Arial Narrow"/>
              </a:rPr>
              <a:t> </a:t>
            </a:r>
            <a:r>
              <a:rPr lang="en-US" sz="1800" b="1" dirty="0" err="1">
                <a:latin typeface="Arial Narrow"/>
              </a:rPr>
              <a:t>serie</a:t>
            </a:r>
            <a:r>
              <a:rPr lang="en-US" sz="1800" b="1" dirty="0">
                <a:latin typeface="Arial Narrow"/>
              </a:rPr>
              <a:t> </a:t>
            </a:r>
            <a:r>
              <a:rPr lang="en-US" sz="1800" b="1" dirty="0" err="1">
                <a:latin typeface="Arial Narrow"/>
              </a:rPr>
              <a:t>asíncrona</a:t>
            </a:r>
            <a:r>
              <a:rPr lang="en-US" sz="1800" b="1" dirty="0">
                <a:latin typeface="Arial Narrow"/>
              </a:rPr>
              <a:t> (UART):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Las IRQ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pueden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ser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utilizadas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para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manejar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la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recepción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datos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una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comunicación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serial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asíncrona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,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permitiendo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que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el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microcontrolador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procese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los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datos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tan pronto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como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estén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disponibles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,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lugar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tener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que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esperar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un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bucle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lectura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.</a:t>
            </a:r>
            <a:endParaRPr lang="es-ES" sz="1800" dirty="0"/>
          </a:p>
          <a:p>
            <a:pPr algn="just"/>
            <a:r>
              <a:rPr lang="en-US" sz="1800" b="1" dirty="0">
                <a:latin typeface="Arial Narrow"/>
              </a:rPr>
              <a:t>Control de </a:t>
            </a:r>
            <a:r>
              <a:rPr lang="en-US" sz="1800" b="1" dirty="0" err="1">
                <a:latin typeface="Arial Narrow"/>
              </a:rPr>
              <a:t>temporizadores</a:t>
            </a:r>
            <a:r>
              <a:rPr lang="en-US" sz="1800" b="1" dirty="0">
                <a:latin typeface="Arial Narrow"/>
              </a:rPr>
              <a:t>: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Los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temporizadores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pueden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generar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interrupciones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intervalos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regulares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,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permitiendo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que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el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microcontrolador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realice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tareas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sincronización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o control de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manera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precisa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 y </a:t>
            </a:r>
            <a:r>
              <a:rPr lang="en-US" sz="1800" dirty="0" err="1">
                <a:solidFill>
                  <a:srgbClr val="0D0D0D"/>
                </a:solidFill>
                <a:latin typeface="Arial Narrow"/>
              </a:rPr>
              <a:t>oportuna</a:t>
            </a:r>
            <a:r>
              <a:rPr lang="en-US" sz="1800" dirty="0">
                <a:solidFill>
                  <a:srgbClr val="0D0D0D"/>
                </a:solidFill>
                <a:latin typeface="Arial Narrow"/>
              </a:rPr>
              <a:t>.</a:t>
            </a:r>
            <a:endParaRPr lang="en-US" sz="1800" dirty="0">
              <a:solidFill>
                <a:srgbClr val="0D0D0D"/>
              </a:solidFill>
            </a:endParaRP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738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86E8-D1EC-F8DA-255F-FB95E49A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Interrupciones externas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CD974-9C6A-0414-E44B-1E6C3A5CB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896" y="1719502"/>
            <a:ext cx="10901075" cy="41989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dirty="0">
                <a:latin typeface="Arial Narrow"/>
              </a:rPr>
              <a:t>En general, </a:t>
            </a:r>
            <a:r>
              <a:rPr lang="en-US" dirty="0" err="1">
                <a:latin typeface="Arial Narrow"/>
              </a:rPr>
              <a:t>siempre</a:t>
            </a:r>
            <a:r>
              <a:rPr lang="en-US" dirty="0">
                <a:latin typeface="Arial Narrow"/>
              </a:rPr>
              <a:t> que se define un Pin </a:t>
            </a:r>
            <a:r>
              <a:rPr lang="en-US" dirty="0" err="1">
                <a:latin typeface="Arial Narrow"/>
              </a:rPr>
              <a:t>mediante</a:t>
            </a:r>
            <a:r>
              <a:rPr lang="en-US" dirty="0">
                <a:latin typeface="Arial Narrow"/>
              </a:rPr>
              <a:t> la </a:t>
            </a:r>
            <a:r>
              <a:rPr lang="en-US" dirty="0" err="1">
                <a:latin typeface="Arial Narrow"/>
              </a:rPr>
              <a:t>librería</a:t>
            </a:r>
            <a:r>
              <a:rPr lang="en-US" dirty="0">
                <a:latin typeface="Arial Narrow"/>
              </a:rPr>
              <a:t> machine de Micropython, </a:t>
            </a:r>
            <a:r>
              <a:rPr lang="en-US" dirty="0" err="1">
                <a:latin typeface="Arial Narrow"/>
              </a:rPr>
              <a:t>dicho</a:t>
            </a:r>
            <a:r>
              <a:rPr lang="en-US" dirty="0">
                <a:latin typeface="Arial Narrow"/>
              </a:rPr>
              <a:t> Pin </a:t>
            </a:r>
            <a:r>
              <a:rPr lang="en-US" dirty="0" err="1">
                <a:latin typeface="Arial Narrow"/>
              </a:rPr>
              <a:t>puede</a:t>
            </a:r>
            <a:r>
              <a:rPr lang="en-US" dirty="0">
                <a:latin typeface="Arial Narrow"/>
              </a:rPr>
              <a:t> ser </a:t>
            </a:r>
            <a:r>
              <a:rPr lang="en-US" dirty="0" err="1">
                <a:latin typeface="Arial Narrow"/>
              </a:rPr>
              <a:t>configurado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como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una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interrupción</a:t>
            </a:r>
            <a:r>
              <a:rPr lang="en-US" dirty="0">
                <a:latin typeface="Arial Narrow"/>
              </a:rPr>
              <a:t> externa </a:t>
            </a:r>
            <a:r>
              <a:rPr lang="en-US" dirty="0" err="1">
                <a:latin typeface="Arial Narrow"/>
              </a:rPr>
              <a:t>mediante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el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uso</a:t>
            </a:r>
            <a:r>
              <a:rPr lang="en-US" dirty="0">
                <a:latin typeface="Arial Narrow"/>
              </a:rPr>
              <a:t> del </a:t>
            </a:r>
            <a:r>
              <a:rPr lang="en-US" dirty="0" err="1">
                <a:latin typeface="Arial Narrow"/>
              </a:rPr>
              <a:t>metodo</a:t>
            </a:r>
            <a:r>
              <a:rPr lang="en-US" dirty="0">
                <a:latin typeface="Arial Narrow"/>
              </a:rPr>
              <a:t> "</a:t>
            </a:r>
            <a:r>
              <a:rPr lang="en-US" dirty="0" err="1">
                <a:latin typeface="Arial Narrow"/>
              </a:rPr>
              <a:t>irq</a:t>
            </a:r>
            <a:r>
              <a:rPr lang="en-US" dirty="0">
                <a:latin typeface="Arial Narrow"/>
              </a:rPr>
              <a:t>".</a:t>
            </a:r>
            <a:endParaRPr lang="en-US" sz="1800" b="1"/>
          </a:p>
          <a:p>
            <a:pPr algn="just"/>
            <a:endParaRPr lang="en-US" dirty="0"/>
          </a:p>
          <a:p>
            <a:pPr algn="just"/>
            <a:r>
              <a:rPr lang="en-US" sz="1800" b="1" err="1">
                <a:solidFill>
                  <a:srgbClr val="000000"/>
                </a:solidFill>
                <a:latin typeface="Arial Narrow"/>
              </a:rPr>
              <a:t>Pin.irq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(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handler=None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, 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trigger=</a:t>
            </a:r>
            <a:r>
              <a:rPr lang="en-US" sz="1800" b="1" i="1" err="1">
                <a:solidFill>
                  <a:srgbClr val="2980B9"/>
                </a:solidFill>
                <a:latin typeface="Arial Narrow"/>
              </a:rPr>
              <a:t>Pin.IRQ_FALLING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 | </a:t>
            </a:r>
            <a:r>
              <a:rPr lang="en-US" sz="1800" b="1" i="1" err="1">
                <a:solidFill>
                  <a:srgbClr val="2980B9"/>
                </a:solidFill>
                <a:latin typeface="Arial Narrow"/>
              </a:rPr>
              <a:t>Pin.IRQ_RISING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, 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*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, 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priority=1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, 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wake=None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, </a:t>
            </a:r>
            <a:r>
              <a:rPr lang="en-US" sz="1800" b="1" i="1" dirty="0">
                <a:solidFill>
                  <a:srgbClr val="2980B9"/>
                </a:solidFill>
                <a:latin typeface="Arial Narrow"/>
              </a:rPr>
              <a:t>hard=False</a:t>
            </a:r>
            <a:r>
              <a:rPr lang="en-US" sz="1800" b="1" dirty="0">
                <a:solidFill>
                  <a:srgbClr val="2980B9"/>
                </a:solidFill>
                <a:latin typeface="Arial Narrow"/>
              </a:rPr>
              <a:t>)</a:t>
            </a:r>
          </a:p>
          <a:p>
            <a:pPr algn="just"/>
            <a:endParaRPr lang="en-US" sz="1800" b="1" dirty="0">
              <a:solidFill>
                <a:srgbClr val="2980B9"/>
              </a:solidFill>
              <a:latin typeface="Arial Narrow"/>
            </a:endParaRPr>
          </a:p>
          <a:p>
            <a:pPr algn="just"/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Aunque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el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profe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es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muy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teso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y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conoce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 la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definición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básica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, revise la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descripción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detallada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de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cada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parametro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1800" b="1" dirty="0" err="1">
                <a:solidFill>
                  <a:srgbClr val="595959"/>
                </a:solidFill>
                <a:latin typeface="Arial Narrow"/>
              </a:rPr>
              <a:t>en</a:t>
            </a:r>
            <a:r>
              <a:rPr lang="en-US" sz="1800" b="1" dirty="0">
                <a:solidFill>
                  <a:srgbClr val="595959"/>
                </a:solidFill>
                <a:latin typeface="Arial Narrow"/>
              </a:rPr>
              <a:t>:</a:t>
            </a:r>
          </a:p>
          <a:p>
            <a:pPr algn="just"/>
            <a:r>
              <a:rPr lang="en-US" sz="1800" dirty="0">
                <a:solidFill>
                  <a:srgbClr val="2980B9"/>
                </a:solidFill>
                <a:latin typeface="Arial Narrow"/>
                <a:hlinkClick r:id="rId2"/>
              </a:rPr>
              <a:t>https://docs.micropython.org/en/latest/library/machine.Pin.html#machine.Pin.irq</a:t>
            </a:r>
            <a:endParaRPr lang="en-US">
              <a:solidFill>
                <a:srgbClr val="595959"/>
              </a:solidFill>
            </a:endParaRPr>
          </a:p>
          <a:p>
            <a:pPr algn="just"/>
            <a:endParaRPr lang="en-US" sz="1800" dirty="0">
              <a:solidFill>
                <a:srgbClr val="2980B9"/>
              </a:solidFill>
            </a:endParaRPr>
          </a:p>
          <a:p>
            <a:pPr algn="just"/>
            <a:endParaRPr lang="en-US" sz="1800" dirty="0">
              <a:solidFill>
                <a:srgbClr val="2980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308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86E8-D1EC-F8DA-255F-FB95E49A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Interrupciones externas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CD974-9C6A-0414-E44B-1E6C3A5CB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896" y="1719502"/>
            <a:ext cx="10901075" cy="41989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dirty="0" err="1">
                <a:latin typeface="Arial Narrow"/>
              </a:rPr>
              <a:t>Configura</a:t>
            </a:r>
            <a:r>
              <a:rPr lang="en-US" dirty="0">
                <a:latin typeface="Arial Narrow"/>
              </a:rPr>
              <a:t> un </a:t>
            </a:r>
            <a:r>
              <a:rPr lang="en-US" dirty="0" err="1">
                <a:latin typeface="Arial Narrow"/>
              </a:rPr>
              <a:t>manejador</a:t>
            </a:r>
            <a:r>
              <a:rPr lang="en-US" dirty="0">
                <a:latin typeface="Arial Narrow"/>
              </a:rPr>
              <a:t> de </a:t>
            </a:r>
            <a:r>
              <a:rPr lang="en-US" dirty="0" err="1">
                <a:latin typeface="Arial Narrow"/>
              </a:rPr>
              <a:t>interrupciones</a:t>
            </a:r>
            <a:r>
              <a:rPr lang="en-US" dirty="0">
                <a:latin typeface="Arial Narrow"/>
              </a:rPr>
              <a:t> para que sea </a:t>
            </a:r>
            <a:r>
              <a:rPr lang="en-US" dirty="0" err="1">
                <a:latin typeface="Arial Narrow"/>
              </a:rPr>
              <a:t>llamado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cuando</a:t>
            </a:r>
            <a:r>
              <a:rPr lang="en-US" dirty="0">
                <a:latin typeface="Arial Narrow"/>
              </a:rPr>
              <a:t> la </a:t>
            </a:r>
            <a:r>
              <a:rPr lang="en-US" dirty="0" err="1">
                <a:latin typeface="Arial Narrow"/>
              </a:rPr>
              <a:t>fuente</a:t>
            </a:r>
            <a:r>
              <a:rPr lang="en-US" dirty="0">
                <a:latin typeface="Arial Narrow"/>
              </a:rPr>
              <a:t> de </a:t>
            </a:r>
            <a:r>
              <a:rPr lang="en-US" dirty="0" err="1">
                <a:latin typeface="Arial Narrow"/>
              </a:rPr>
              <a:t>disparo</a:t>
            </a:r>
            <a:r>
              <a:rPr lang="en-US" dirty="0">
                <a:latin typeface="Arial Narrow"/>
              </a:rPr>
              <a:t> del pin </a:t>
            </a:r>
            <a:r>
              <a:rPr lang="en-US" dirty="0" err="1">
                <a:latin typeface="Arial Narrow"/>
              </a:rPr>
              <a:t>esté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activa</a:t>
            </a:r>
            <a:r>
              <a:rPr lang="en-US" dirty="0">
                <a:latin typeface="Arial Narrow"/>
              </a:rPr>
              <a:t>. Si </a:t>
            </a:r>
            <a:r>
              <a:rPr lang="en-US" dirty="0" err="1">
                <a:latin typeface="Arial Narrow"/>
              </a:rPr>
              <a:t>el</a:t>
            </a:r>
            <a:r>
              <a:rPr lang="en-US" dirty="0">
                <a:latin typeface="Arial Narrow"/>
              </a:rPr>
              <a:t> modo del pin es Pin.IN </a:t>
            </a:r>
            <a:r>
              <a:rPr lang="en-US" dirty="0" err="1">
                <a:latin typeface="Arial Narrow"/>
              </a:rPr>
              <a:t>entonces</a:t>
            </a:r>
            <a:r>
              <a:rPr lang="en-US" dirty="0">
                <a:latin typeface="Arial Narrow"/>
              </a:rPr>
              <a:t> la </a:t>
            </a:r>
            <a:r>
              <a:rPr lang="en-US" dirty="0" err="1">
                <a:latin typeface="Arial Narrow"/>
              </a:rPr>
              <a:t>fuente</a:t>
            </a:r>
            <a:r>
              <a:rPr lang="en-US" dirty="0">
                <a:latin typeface="Arial Narrow"/>
              </a:rPr>
              <a:t> de </a:t>
            </a:r>
            <a:r>
              <a:rPr lang="en-US" dirty="0" err="1">
                <a:latin typeface="Arial Narrow"/>
              </a:rPr>
              <a:t>disparo</a:t>
            </a:r>
            <a:r>
              <a:rPr lang="en-US" dirty="0">
                <a:latin typeface="Arial Narrow"/>
              </a:rPr>
              <a:t> es </a:t>
            </a:r>
            <a:r>
              <a:rPr lang="en-US" dirty="0" err="1">
                <a:latin typeface="Arial Narrow"/>
              </a:rPr>
              <a:t>el</a:t>
            </a:r>
            <a:r>
              <a:rPr lang="en-US" dirty="0">
                <a:latin typeface="Arial Narrow"/>
              </a:rPr>
              <a:t> valor </a:t>
            </a:r>
            <a:r>
              <a:rPr lang="en-US" dirty="0" err="1">
                <a:latin typeface="Arial Narrow"/>
              </a:rPr>
              <a:t>externo</a:t>
            </a:r>
            <a:r>
              <a:rPr lang="en-US" dirty="0">
                <a:latin typeface="Arial Narrow"/>
              </a:rPr>
              <a:t> del pin. Si </a:t>
            </a:r>
            <a:r>
              <a:rPr lang="en-US" dirty="0" err="1">
                <a:latin typeface="Arial Narrow"/>
              </a:rPr>
              <a:t>el</a:t>
            </a:r>
            <a:r>
              <a:rPr lang="en-US" dirty="0">
                <a:latin typeface="Arial Narrow"/>
              </a:rPr>
              <a:t> modo del pin es </a:t>
            </a:r>
            <a:r>
              <a:rPr lang="en-US" dirty="0" err="1">
                <a:latin typeface="Arial Narrow"/>
              </a:rPr>
              <a:t>Pin.OUT</a:t>
            </a:r>
            <a:r>
              <a:rPr lang="en-US" dirty="0">
                <a:latin typeface="Arial Narrow"/>
              </a:rPr>
              <a:t> </a:t>
            </a:r>
            <a:r>
              <a:rPr lang="en-US" dirty="0" err="1">
                <a:latin typeface="Arial Narrow"/>
              </a:rPr>
              <a:t>entonces</a:t>
            </a:r>
            <a:r>
              <a:rPr lang="en-US" dirty="0">
                <a:latin typeface="Arial Narrow"/>
              </a:rPr>
              <a:t> la </a:t>
            </a:r>
            <a:r>
              <a:rPr lang="en-US" dirty="0" err="1">
                <a:latin typeface="Arial Narrow"/>
              </a:rPr>
              <a:t>fuente</a:t>
            </a:r>
            <a:r>
              <a:rPr lang="en-US" dirty="0">
                <a:latin typeface="Arial Narrow"/>
              </a:rPr>
              <a:t> de </a:t>
            </a:r>
            <a:r>
              <a:rPr lang="en-US" dirty="0" err="1">
                <a:latin typeface="Arial Narrow"/>
              </a:rPr>
              <a:t>disparo</a:t>
            </a:r>
            <a:r>
              <a:rPr lang="en-US" dirty="0">
                <a:latin typeface="Arial Narrow"/>
              </a:rPr>
              <a:t> es </a:t>
            </a:r>
            <a:r>
              <a:rPr lang="en-US" dirty="0" err="1">
                <a:latin typeface="Arial Narrow"/>
              </a:rPr>
              <a:t>el</a:t>
            </a:r>
            <a:r>
              <a:rPr lang="en-US" dirty="0">
                <a:latin typeface="Arial Narrow"/>
              </a:rPr>
              <a:t> buffer de </a:t>
            </a:r>
            <a:r>
              <a:rPr lang="en-US" dirty="0" err="1">
                <a:latin typeface="Arial Narrow"/>
              </a:rPr>
              <a:t>salida</a:t>
            </a:r>
            <a:r>
              <a:rPr lang="en-US" dirty="0">
                <a:latin typeface="Arial Narrow"/>
              </a:rPr>
              <a:t> del pin.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980CF5B0-841F-865B-55D7-B5441F89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714190"/>
            <a:ext cx="8877300" cy="15811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F72B65C-2838-D017-ECC4-2AABFEAC8148}"/>
              </a:ext>
            </a:extLst>
          </p:cNvPr>
          <p:cNvSpPr txBox="1"/>
          <p:nvPr/>
        </p:nvSpPr>
        <p:spPr>
          <a:xfrm>
            <a:off x="2920253" y="5598459"/>
            <a:ext cx="68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EJEMPLO: </a:t>
            </a:r>
            <a:r>
              <a:rPr lang="en-US" dirty="0">
                <a:solidFill>
                  <a:srgbClr val="00B0F0"/>
                </a:solidFill>
              </a:rPr>
              <a:t>https://wokwi.com/projects/394178642302665729</a:t>
            </a:r>
          </a:p>
        </p:txBody>
      </p:sp>
    </p:spTree>
    <p:extLst>
      <p:ext uri="{BB962C8B-B14F-4D97-AF65-F5344CB8AC3E}">
        <p14:creationId xmlns:p14="http://schemas.microsoft.com/office/powerpoint/2010/main" val="2651985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86E8-D1EC-F8DA-255F-FB95E49A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rial"/>
                <a:cs typeface="Arial"/>
              </a:rPr>
              <a:t>Sincronización de </a:t>
            </a:r>
            <a:r>
              <a:rPr lang="es-CO" dirty="0" err="1">
                <a:latin typeface="Arial"/>
                <a:cs typeface="Arial"/>
              </a:rPr>
              <a:t>GPIO's</a:t>
            </a:r>
            <a:r>
              <a:rPr lang="es-CO" dirty="0">
                <a:latin typeface="Arial"/>
                <a:cs typeface="Arial"/>
              </a:rPr>
              <a:t> mediante registros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CD974-9C6A-0414-E44B-1E6C3A5CB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896" y="1719502"/>
            <a:ext cx="10901075" cy="41989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endParaRPr lang="en-US" dirty="0">
              <a:latin typeface="Arial Narrow"/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214B4C-14AB-3065-3A92-DD47975EDA34}"/>
              </a:ext>
            </a:extLst>
          </p:cNvPr>
          <p:cNvSpPr txBox="1"/>
          <p:nvPr/>
        </p:nvSpPr>
        <p:spPr>
          <a:xfrm>
            <a:off x="779930" y="1373841"/>
            <a:ext cx="10643345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595959"/>
                </a:solidFill>
                <a:latin typeface="Arial Narrow"/>
              </a:rPr>
              <a:t>Los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periféricos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del ESP32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pueden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controlarse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mediante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lecturas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y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escrituras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directas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en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los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registros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. Esto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requiere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leer la hoja de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datos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para saber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qué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registros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utilizar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y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qué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valores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escribir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en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err="1">
                <a:solidFill>
                  <a:srgbClr val="595959"/>
                </a:solidFill>
                <a:latin typeface="Arial Narrow"/>
              </a:rPr>
              <a:t>ellos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. </a:t>
            </a:r>
          </a:p>
          <a:p>
            <a:endParaRPr lang="en-US" sz="2400" dirty="0">
              <a:solidFill>
                <a:srgbClr val="595959"/>
              </a:solidFill>
              <a:latin typeface="Arial Narrow"/>
            </a:endParaRPr>
          </a:p>
          <a:p>
            <a:r>
              <a:rPr lang="en-US" sz="2400" dirty="0">
                <a:solidFill>
                  <a:srgbClr val="595959"/>
                </a:solidFill>
                <a:latin typeface="Arial Narrow"/>
              </a:rPr>
              <a:t>Mediante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el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ejemplo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de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clase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,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veremos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como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podemos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activar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/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desactivar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simultaneamente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varios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 pines y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controlar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las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salidas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 via </a:t>
            </a:r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registros</a:t>
            </a:r>
          </a:p>
          <a:p>
            <a:endParaRPr lang="en-US" sz="2400" dirty="0">
              <a:solidFill>
                <a:srgbClr val="595959"/>
              </a:solidFill>
              <a:latin typeface="Arial Narrow"/>
            </a:endParaRPr>
          </a:p>
          <a:p>
            <a:r>
              <a:rPr lang="en-US" sz="2400" dirty="0" err="1">
                <a:solidFill>
                  <a:srgbClr val="595959"/>
                </a:solidFill>
                <a:latin typeface="Arial Narrow"/>
              </a:rPr>
              <a:t>Ejemplo</a:t>
            </a:r>
            <a:r>
              <a:rPr lang="en-US" sz="2400" dirty="0">
                <a:solidFill>
                  <a:srgbClr val="595959"/>
                </a:solidFill>
                <a:latin typeface="Arial Narrow"/>
              </a:rPr>
              <a:t>: </a:t>
            </a:r>
            <a:r>
              <a:rPr lang="en-US" sz="2400" dirty="0">
                <a:solidFill>
                  <a:srgbClr val="00B0F0"/>
                </a:solidFill>
                <a:ea typeface="+mn-lt"/>
                <a:cs typeface="+mn-lt"/>
                <a:hlinkClick r:id="rId2"/>
              </a:rPr>
              <a:t>https://wokwi.com/projects/394164155128179713</a:t>
            </a:r>
          </a:p>
          <a:p>
            <a:endParaRPr lang="en-US" sz="2400" dirty="0">
              <a:solidFill>
                <a:srgbClr val="00B0F0"/>
              </a:solidFill>
              <a:ea typeface="+mn-lt"/>
              <a:cs typeface="+mn-lt"/>
            </a:endParaRPr>
          </a:p>
          <a:p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Para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ampliar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 la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información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suministrada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remitase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 a la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documentación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oficial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 de </a:t>
            </a:r>
            <a:r>
              <a:rPr lang="en-US" sz="2400" dirty="0" err="1">
                <a:solidFill>
                  <a:srgbClr val="595959"/>
                </a:solidFill>
                <a:ea typeface="+mn-lt"/>
                <a:cs typeface="+mn-lt"/>
              </a:rPr>
              <a:t>micropython</a:t>
            </a:r>
            <a:r>
              <a:rPr lang="en-US" sz="2400" dirty="0">
                <a:solidFill>
                  <a:srgbClr val="595959"/>
                </a:solidFill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solidFill>
                  <a:srgbClr val="595959"/>
                </a:solidFill>
                <a:ea typeface="+mn-lt"/>
                <a:cs typeface="+mn-lt"/>
                <a:hlinkClick r:id="rId3"/>
              </a:rPr>
              <a:t>https://docs.micropython.org/en/latest/esp32/tutorial/peripheral_access.html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dirty="0">
              <a:solidFill>
                <a:srgbClr val="595959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561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930374"/>
      </p:ext>
    </p:extLst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51D9CC6387B4BA485D72A2CB95580" ma:contentTypeVersion="8" ma:contentTypeDescription="Create a new document." ma:contentTypeScope="" ma:versionID="439218f9fb54f11818a2d1f13def84af">
  <xsd:schema xmlns:xsd="http://www.w3.org/2001/XMLSchema" xmlns:xs="http://www.w3.org/2001/XMLSchema" xmlns:p="http://schemas.microsoft.com/office/2006/metadata/properties" xmlns:ns2="b2f86dd7-c612-4075-9056-e01ca081dec3" targetNamespace="http://schemas.microsoft.com/office/2006/metadata/properties" ma:root="true" ma:fieldsID="9c449413f8bf3dd49edc3e8da17e9625" ns2:_="">
    <xsd:import namespace="b2f86dd7-c612-4075-9056-e01ca081de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86dd7-c612-4075-9056-e01ca081de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C2AE38-44E6-4930-AD3F-643E34CFB6D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7B948AF-13C2-45FE-8FAB-60A88B125A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353DD9-16BF-4D67-A587-D6F23176F6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f86dd7-c612-4075-9056-e01ca081de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588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Narrow</vt:lpstr>
      <vt:lpstr>Calibri</vt:lpstr>
      <vt:lpstr>1_Diseño personalizado</vt:lpstr>
      <vt:lpstr>4_Diseño personalizado</vt:lpstr>
      <vt:lpstr>Diseño personalizado</vt:lpstr>
      <vt:lpstr>2_Diseño personalizado</vt:lpstr>
      <vt:lpstr>3_Diseño personalizado</vt:lpstr>
      <vt:lpstr>MICROCONTROLADORES Interrupciones-Sincronización GPIO's</vt:lpstr>
      <vt:lpstr>Interrupciones externas</vt:lpstr>
      <vt:lpstr>Interrupciones externas</vt:lpstr>
      <vt:lpstr>Tipos de Interrupciones externas</vt:lpstr>
      <vt:lpstr>Interrupciones externas</vt:lpstr>
      <vt:lpstr>Interrupciones externas</vt:lpstr>
      <vt:lpstr>Sincronización de GPIO's mediante registros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López García</dc:creator>
  <cp:lastModifiedBy>YOMIN ESTIVEN JARAMILLO MUNERA</cp:lastModifiedBy>
  <cp:revision>199</cp:revision>
  <dcterms:created xsi:type="dcterms:W3CDTF">2020-02-18T21:49:27Z</dcterms:created>
  <dcterms:modified xsi:type="dcterms:W3CDTF">2025-09-15T21:23:46Z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0x01010045951D9CC6387B4BA485D72A2CB95580</vt:lpwstr>
  </property>
</Properties>
</file>