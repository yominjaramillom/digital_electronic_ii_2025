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theme/theme3.xml" ContentType="application/vnd.openxmlformats-officedocument.theme+xml"/>
  <Override PartName="/ppt/slideLayouts/slideLayout8.xml" ContentType="application/vnd.openxmlformats-officedocument.presentationml.slideLayout+xml"/>
  <Override PartName="/ppt/theme/theme4.xml" ContentType="application/vnd.openxmlformats-officedocument.theme+xml"/>
  <Override PartName="/ppt/slideLayouts/slideLayout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5" r:id="rId4"/>
    <p:sldMasterId id="2147483693" r:id="rId5"/>
    <p:sldMasterId id="2147483662" r:id="rId6"/>
    <p:sldMasterId id="2147483681" r:id="rId7"/>
    <p:sldMasterId id="2147483683" r:id="rId8"/>
  </p:sldMasterIdLst>
  <p:notesMasterIdLst>
    <p:notesMasterId r:id="rId20"/>
  </p:notesMasterIdLst>
  <p:sldIdLst>
    <p:sldId id="261" r:id="rId9"/>
    <p:sldId id="410" r:id="rId10"/>
    <p:sldId id="411" r:id="rId11"/>
    <p:sldId id="412" r:id="rId12"/>
    <p:sldId id="413" r:id="rId13"/>
    <p:sldId id="414" r:id="rId14"/>
    <p:sldId id="415" r:id="rId15"/>
    <p:sldId id="416" r:id="rId16"/>
    <p:sldId id="418" r:id="rId17"/>
    <p:sldId id="417" r:id="rId18"/>
    <p:sldId id="264" r:id="rId19"/>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D468E0-09C2-A39F-3D54-D897BE65B140}" v="18" dt="2024-03-20T18:53:56.987"/>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62" autoAdjust="0"/>
    <p:restoredTop sz="94643"/>
  </p:normalViewPr>
  <p:slideViewPr>
    <p:cSldViewPr snapToGrid="0" snapToObjects="1">
      <p:cViewPr varScale="1">
        <p:scale>
          <a:sx n="106" d="100"/>
          <a:sy n="106" d="100"/>
        </p:scale>
        <p:origin x="672" y="96"/>
      </p:cViewPr>
      <p:guideLst/>
    </p:cSldViewPr>
  </p:slideViewPr>
  <p:notesTextViewPr>
    <p:cViewPr>
      <p:scale>
        <a:sx n="1" d="1"/>
        <a:sy n="1" d="1"/>
      </p:scale>
      <p:origin x="0" y="0"/>
    </p:cViewPr>
  </p:notesTextViewPr>
  <p:notesViewPr>
    <p:cSldViewPr snapToGrid="0" snapToObjects="1">
      <p:cViewPr varScale="1">
        <p:scale>
          <a:sx n="135" d="100"/>
          <a:sy n="135" d="100"/>
        </p:scale>
        <p:origin x="6096" y="1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theme" Target="theme/theme1.xml"/><Relationship Id="rId10" Type="http://schemas.openxmlformats.org/officeDocument/2006/relationships/slide" Target="slides/slide2.xml"/><Relationship Id="rId19" Type="http://schemas.openxmlformats.org/officeDocument/2006/relationships/slide" Target="slides/slide1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MIN ESTIVEN JARAMILLO M�NERA" userId="S::yominjaramillo2283@correo.itm.edu.co::5de7da91-d4ca-4e19-ade9-7a9f7cf3f0cc" providerId="AD" clId="Web-{86D468E0-09C2-A39F-3D54-D897BE65B140}"/>
    <pc:docChg chg="addSld modSld">
      <pc:chgData name="YOMIN ESTIVEN JARAMILLO M�NERA" userId="S::yominjaramillo2283@correo.itm.edu.co::5de7da91-d4ca-4e19-ade9-7a9f7cf3f0cc" providerId="AD" clId="Web-{86D468E0-09C2-A39F-3D54-D897BE65B140}" dt="2024-03-20T18:53:56.987" v="16" actId="14100"/>
      <pc:docMkLst>
        <pc:docMk/>
      </pc:docMkLst>
      <pc:sldChg chg="delSp modSp new">
        <pc:chgData name="YOMIN ESTIVEN JARAMILLO M�NERA" userId="S::yominjaramillo2283@correo.itm.edu.co::5de7da91-d4ca-4e19-ade9-7a9f7cf3f0cc" providerId="AD" clId="Web-{86D468E0-09C2-A39F-3D54-D897BE65B140}" dt="2024-03-20T18:53:56.987" v="16" actId="14100"/>
        <pc:sldMkLst>
          <pc:docMk/>
          <pc:sldMk cId="1891135819" sldId="417"/>
        </pc:sldMkLst>
        <pc:spChg chg="mod">
          <ac:chgData name="YOMIN ESTIVEN JARAMILLO M�NERA" userId="S::yominjaramillo2283@correo.itm.edu.co::5de7da91-d4ca-4e19-ade9-7a9f7cf3f0cc" providerId="AD" clId="Web-{86D468E0-09C2-A39F-3D54-D897BE65B140}" dt="2024-03-20T18:53:47.174" v="12" actId="20577"/>
          <ac:spMkLst>
            <pc:docMk/>
            <pc:sldMk cId="1891135819" sldId="417"/>
            <ac:spMk id="2" creationId="{F0481AD0-7024-B5AD-C48C-522AA39E16B1}"/>
          </ac:spMkLst>
        </pc:spChg>
        <pc:spChg chg="mod">
          <ac:chgData name="YOMIN ESTIVEN JARAMILLO M�NERA" userId="S::yominjaramillo2283@correo.itm.edu.co::5de7da91-d4ca-4e19-ade9-7a9f7cf3f0cc" providerId="AD" clId="Web-{86D468E0-09C2-A39F-3D54-D897BE65B140}" dt="2024-03-20T18:53:56.987" v="16" actId="14100"/>
          <ac:spMkLst>
            <pc:docMk/>
            <pc:sldMk cId="1891135819" sldId="417"/>
            <ac:spMk id="3" creationId="{4064D25D-CE63-7A28-2AE7-A8512B97B0E7}"/>
          </ac:spMkLst>
        </pc:spChg>
        <pc:spChg chg="del">
          <ac:chgData name="YOMIN ESTIVEN JARAMILLO M�NERA" userId="S::yominjaramillo2283@correo.itm.edu.co::5de7da91-d4ca-4e19-ade9-7a9f7cf3f0cc" providerId="AD" clId="Web-{86D468E0-09C2-A39F-3D54-D897BE65B140}" dt="2024-03-20T18:53:52.940" v="15"/>
          <ac:spMkLst>
            <pc:docMk/>
            <pc:sldMk cId="1891135819" sldId="417"/>
            <ac:spMk id="4" creationId="{FFBD3441-65B1-4D04-735D-75F059239DB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5C24C2-BD3D-B848-8ECA-2C648348E733}" type="datetimeFigureOut">
              <a:rPr lang="es-CO" smtClean="0"/>
              <a:t>18/09/2024</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lang="es-ES"/>
              <a:t>Editar los estilos de texto del patrón
Segundo nivel
Tercer nivel
Cuarto nivel
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B7C5BF-8CE3-8B4B-9D5E-86E6BB3607BE}" type="slidenum">
              <a:rPr lang="es-CO" smtClean="0"/>
              <a:t>‹#›</a:t>
            </a:fld>
            <a:endParaRPr lang="es-CO"/>
          </a:p>
        </p:txBody>
      </p:sp>
    </p:spTree>
    <p:extLst>
      <p:ext uri="{BB962C8B-B14F-4D97-AF65-F5344CB8AC3E}">
        <p14:creationId xmlns:p14="http://schemas.microsoft.com/office/powerpoint/2010/main" val="28937396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22DC57-3FAE-7641-83A6-186E25CE8E6F}"/>
              </a:ext>
            </a:extLst>
          </p:cNvPr>
          <p:cNvSpPr>
            <a:spLocks noGrp="1"/>
          </p:cNvSpPr>
          <p:nvPr>
            <p:ph type="ctrTitle"/>
          </p:nvPr>
        </p:nvSpPr>
        <p:spPr>
          <a:xfrm>
            <a:off x="1524000" y="1661823"/>
            <a:ext cx="9144000" cy="1848140"/>
          </a:xfrm>
        </p:spPr>
        <p:txBody>
          <a:bodyPr anchor="b"/>
          <a:lstStyle>
            <a:lvl1pPr algn="ctr">
              <a:defRPr sz="4800"/>
            </a:lvl1pPr>
          </a:lstStyle>
          <a:p>
            <a:r>
              <a:rPr lang="es-ES" dirty="0"/>
              <a:t>Haga clic para modificar el estilo de título del patrón</a:t>
            </a:r>
            <a:endParaRPr lang="es-CO" dirty="0"/>
          </a:p>
        </p:txBody>
      </p:sp>
      <p:sp>
        <p:nvSpPr>
          <p:cNvPr id="3" name="Subtítulo 2">
            <a:extLst>
              <a:ext uri="{FF2B5EF4-FFF2-40B4-BE49-F238E27FC236}">
                <a16:creationId xmlns:a16="http://schemas.microsoft.com/office/drawing/2014/main" id="{E93D19E7-4D3E-2449-A451-16AFB6ABE9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Haga clic para modificar el estilo de subtítulo del patrón</a:t>
            </a:r>
            <a:endParaRPr lang="es-CO" dirty="0"/>
          </a:p>
        </p:txBody>
      </p:sp>
      <p:sp>
        <p:nvSpPr>
          <p:cNvPr id="4" name="Marcador de fecha 3">
            <a:extLst>
              <a:ext uri="{FF2B5EF4-FFF2-40B4-BE49-F238E27FC236}">
                <a16:creationId xmlns:a16="http://schemas.microsoft.com/office/drawing/2014/main" id="{35EF7908-A0FA-824F-A02B-06B221D6A788}"/>
              </a:ext>
            </a:extLst>
          </p:cNvPr>
          <p:cNvSpPr>
            <a:spLocks noGrp="1"/>
          </p:cNvSpPr>
          <p:nvPr>
            <p:ph type="dt" sz="half" idx="10"/>
          </p:nvPr>
        </p:nvSpPr>
        <p:spPr>
          <a:xfrm>
            <a:off x="838200" y="6356350"/>
            <a:ext cx="2743200" cy="365125"/>
          </a:xfrm>
          <a:prstGeom prst="rect">
            <a:avLst/>
          </a:prstGeom>
        </p:spPr>
        <p:txBody>
          <a:bodyPr/>
          <a:lstStyle/>
          <a:p>
            <a:fld id="{B439FC3C-4827-A245-A81F-F62E3B329FB4}" type="datetimeFigureOut">
              <a:rPr lang="es-CO" smtClean="0"/>
              <a:t>18/09/2024</a:t>
            </a:fld>
            <a:endParaRPr lang="es-CO"/>
          </a:p>
        </p:txBody>
      </p:sp>
      <p:sp>
        <p:nvSpPr>
          <p:cNvPr id="5" name="Marcador de pie de página 4">
            <a:extLst>
              <a:ext uri="{FF2B5EF4-FFF2-40B4-BE49-F238E27FC236}">
                <a16:creationId xmlns:a16="http://schemas.microsoft.com/office/drawing/2014/main" id="{8FF24743-16EB-9541-898C-087A5963BB50}"/>
              </a:ext>
            </a:extLst>
          </p:cNvPr>
          <p:cNvSpPr>
            <a:spLocks noGrp="1"/>
          </p:cNvSpPr>
          <p:nvPr>
            <p:ph type="ftr" sz="quarter" idx="11"/>
          </p:nvPr>
        </p:nvSpPr>
        <p:spPr>
          <a:xfrm>
            <a:off x="4038600" y="6356350"/>
            <a:ext cx="4114800" cy="365125"/>
          </a:xfrm>
          <a:prstGeom prst="rect">
            <a:avLst/>
          </a:prstGeom>
        </p:spPr>
        <p:txBody>
          <a:bodyPr/>
          <a:lstStyle/>
          <a:p>
            <a:endParaRPr lang="es-CO" dirty="0"/>
          </a:p>
        </p:txBody>
      </p:sp>
      <p:sp>
        <p:nvSpPr>
          <p:cNvPr id="6" name="Marcador de número de diapositiva 5">
            <a:extLst>
              <a:ext uri="{FF2B5EF4-FFF2-40B4-BE49-F238E27FC236}">
                <a16:creationId xmlns:a16="http://schemas.microsoft.com/office/drawing/2014/main" id="{D38F6150-0C96-404E-96E9-64685BA05ED8}"/>
              </a:ext>
            </a:extLst>
          </p:cNvPr>
          <p:cNvSpPr>
            <a:spLocks noGrp="1"/>
          </p:cNvSpPr>
          <p:nvPr>
            <p:ph type="sldNum" sz="quarter" idx="12"/>
          </p:nvPr>
        </p:nvSpPr>
        <p:spPr>
          <a:xfrm>
            <a:off x="8610600" y="6356350"/>
            <a:ext cx="2743200" cy="365125"/>
          </a:xfrm>
          <a:prstGeom prst="rect">
            <a:avLst/>
          </a:prstGeom>
        </p:spPr>
        <p:txBody>
          <a:bodyPr/>
          <a:lstStyle/>
          <a:p>
            <a:fld id="{6F0C0921-2E22-C849-88EF-5DBFE4AA72D3}" type="slidenum">
              <a:rPr lang="es-CO" smtClean="0"/>
              <a:t>‹#›</a:t>
            </a:fld>
            <a:endParaRPr lang="es-CO"/>
          </a:p>
        </p:txBody>
      </p:sp>
    </p:spTree>
    <p:extLst>
      <p:ext uri="{BB962C8B-B14F-4D97-AF65-F5344CB8AC3E}">
        <p14:creationId xmlns:p14="http://schemas.microsoft.com/office/powerpoint/2010/main" val="24313170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6A1D56-9751-4D42-AB00-8CE0891A7578}"/>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A3717309-F0C9-DF4B-90AA-FA80420EFED1}"/>
              </a:ext>
            </a:extLst>
          </p:cNvPr>
          <p:cNvSpPr>
            <a:spLocks noGrp="1"/>
          </p:cNvSpPr>
          <p:nvPr>
            <p:ph idx="1"/>
          </p:nvPr>
        </p:nvSpPr>
        <p:spPr/>
        <p:txBody>
          <a:bodyPr/>
          <a:lstStyle/>
          <a:p>
            <a:r>
              <a:rPr lang="es-ES"/>
              <a:t>Editar los estilos de texto del patrón
Segundo nivel
Tercer nivel
Cuarto nivel
Quinto nivel</a:t>
            </a:r>
            <a:endParaRPr lang="es-CO"/>
          </a:p>
        </p:txBody>
      </p:sp>
      <p:sp>
        <p:nvSpPr>
          <p:cNvPr id="4" name="Marcador de fecha 3">
            <a:extLst>
              <a:ext uri="{FF2B5EF4-FFF2-40B4-BE49-F238E27FC236}">
                <a16:creationId xmlns:a16="http://schemas.microsoft.com/office/drawing/2014/main" id="{5A56079F-6D13-7F49-912E-41EB66A59C2F}"/>
              </a:ext>
            </a:extLst>
          </p:cNvPr>
          <p:cNvSpPr>
            <a:spLocks noGrp="1"/>
          </p:cNvSpPr>
          <p:nvPr>
            <p:ph type="dt" sz="half" idx="10"/>
          </p:nvPr>
        </p:nvSpPr>
        <p:spPr>
          <a:xfrm>
            <a:off x="838200" y="6356350"/>
            <a:ext cx="2743200" cy="365125"/>
          </a:xfrm>
          <a:prstGeom prst="rect">
            <a:avLst/>
          </a:prstGeom>
        </p:spPr>
        <p:txBody>
          <a:bodyPr/>
          <a:lstStyle/>
          <a:p>
            <a:fld id="{B439FC3C-4827-A245-A81F-F62E3B329FB4}" type="datetimeFigureOut">
              <a:rPr lang="es-CO" smtClean="0"/>
              <a:t>18/09/2024</a:t>
            </a:fld>
            <a:endParaRPr lang="es-CO"/>
          </a:p>
        </p:txBody>
      </p:sp>
      <p:sp>
        <p:nvSpPr>
          <p:cNvPr id="5" name="Marcador de pie de página 4">
            <a:extLst>
              <a:ext uri="{FF2B5EF4-FFF2-40B4-BE49-F238E27FC236}">
                <a16:creationId xmlns:a16="http://schemas.microsoft.com/office/drawing/2014/main" id="{95EF5998-0C0D-EA47-B7E0-372E499A5E39}"/>
              </a:ext>
            </a:extLst>
          </p:cNvPr>
          <p:cNvSpPr>
            <a:spLocks noGrp="1"/>
          </p:cNvSpPr>
          <p:nvPr>
            <p:ph type="ftr" sz="quarter" idx="11"/>
          </p:nvPr>
        </p:nvSpPr>
        <p:spPr>
          <a:xfrm>
            <a:off x="4038600" y="6356350"/>
            <a:ext cx="4114800" cy="365125"/>
          </a:xfrm>
          <a:prstGeom prst="rect">
            <a:avLst/>
          </a:prstGeom>
        </p:spPr>
        <p:txBody>
          <a:bodyPr/>
          <a:lstStyle/>
          <a:p>
            <a:endParaRPr lang="es-CO"/>
          </a:p>
        </p:txBody>
      </p:sp>
      <p:sp>
        <p:nvSpPr>
          <p:cNvPr id="6" name="Marcador de número de diapositiva 5">
            <a:extLst>
              <a:ext uri="{FF2B5EF4-FFF2-40B4-BE49-F238E27FC236}">
                <a16:creationId xmlns:a16="http://schemas.microsoft.com/office/drawing/2014/main" id="{9D10A490-A9B4-FE44-A6C1-120C26A52083}"/>
              </a:ext>
            </a:extLst>
          </p:cNvPr>
          <p:cNvSpPr>
            <a:spLocks noGrp="1"/>
          </p:cNvSpPr>
          <p:nvPr>
            <p:ph type="sldNum" sz="quarter" idx="12"/>
          </p:nvPr>
        </p:nvSpPr>
        <p:spPr>
          <a:xfrm>
            <a:off x="8610600" y="6356350"/>
            <a:ext cx="2743200" cy="365125"/>
          </a:xfrm>
          <a:prstGeom prst="rect">
            <a:avLst/>
          </a:prstGeom>
        </p:spPr>
        <p:txBody>
          <a:bodyPr/>
          <a:lstStyle/>
          <a:p>
            <a:fld id="{6F0C0921-2E22-C849-88EF-5DBFE4AA72D3}" type="slidenum">
              <a:rPr lang="es-CO" smtClean="0"/>
              <a:t>‹#›</a:t>
            </a:fld>
            <a:endParaRPr lang="es-CO"/>
          </a:p>
        </p:txBody>
      </p:sp>
    </p:spTree>
    <p:extLst>
      <p:ext uri="{BB962C8B-B14F-4D97-AF65-F5344CB8AC3E}">
        <p14:creationId xmlns:p14="http://schemas.microsoft.com/office/powerpoint/2010/main" val="3617659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648141-C1E2-834D-9420-674419BA4E1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A87811F7-DE2A-4840-ADA3-5D5D7E8547A5}"/>
              </a:ext>
            </a:extLst>
          </p:cNvPr>
          <p:cNvSpPr>
            <a:spLocks noGrp="1"/>
          </p:cNvSpPr>
          <p:nvPr>
            <p:ph sz="half" idx="1"/>
          </p:nvPr>
        </p:nvSpPr>
        <p:spPr>
          <a:xfrm>
            <a:off x="814346" y="1825626"/>
            <a:ext cx="5181600" cy="3851606"/>
          </a:xfrm>
        </p:spPr>
        <p:txBody>
          <a:bodyPr/>
          <a:lstStyle/>
          <a:p>
            <a:r>
              <a:rPr lang="es-ES"/>
              <a:t>Editar los estilos de texto del patrón
Segundo nivel
Tercer nivel
Cuarto nivel
Quinto nivel</a:t>
            </a:r>
            <a:endParaRPr lang="es-CO"/>
          </a:p>
        </p:txBody>
      </p:sp>
      <p:sp>
        <p:nvSpPr>
          <p:cNvPr id="4" name="Marcador de contenido 3">
            <a:extLst>
              <a:ext uri="{FF2B5EF4-FFF2-40B4-BE49-F238E27FC236}">
                <a16:creationId xmlns:a16="http://schemas.microsoft.com/office/drawing/2014/main" id="{68707B3E-8233-D14C-BA7F-638E3F1FBB0D}"/>
              </a:ext>
            </a:extLst>
          </p:cNvPr>
          <p:cNvSpPr>
            <a:spLocks noGrp="1"/>
          </p:cNvSpPr>
          <p:nvPr>
            <p:ph sz="half" idx="2"/>
          </p:nvPr>
        </p:nvSpPr>
        <p:spPr>
          <a:xfrm>
            <a:off x="6172200" y="1825625"/>
            <a:ext cx="5181600" cy="3851606"/>
          </a:xfrm>
        </p:spPr>
        <p:txBody>
          <a:bodyPr/>
          <a:lstStyle/>
          <a:p>
            <a:r>
              <a:rPr lang="es-ES"/>
              <a:t>Editar los estilos de texto del patrón
Segundo nivel
Tercer nivel
Cuarto nivel
Quinto nivel</a:t>
            </a:r>
            <a:endParaRPr lang="es-CO"/>
          </a:p>
        </p:txBody>
      </p:sp>
    </p:spTree>
    <p:extLst>
      <p:ext uri="{BB962C8B-B14F-4D97-AF65-F5344CB8AC3E}">
        <p14:creationId xmlns:p14="http://schemas.microsoft.com/office/powerpoint/2010/main" val="812071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olo el título">
    <p:spTree>
      <p:nvGrpSpPr>
        <p:cNvPr id="1" name=""/>
        <p:cNvGrpSpPr/>
        <p:nvPr/>
      </p:nvGrpSpPr>
      <p:grpSpPr>
        <a:xfrm>
          <a:off x="0" y="0"/>
          <a:ext cx="0" cy="0"/>
          <a:chOff x="0" y="0"/>
          <a:chExt cx="0" cy="0"/>
        </a:xfrm>
      </p:grpSpPr>
      <p:sp>
        <p:nvSpPr>
          <p:cNvPr id="6" name="Marcador de contenido 3">
            <a:extLst>
              <a:ext uri="{FF2B5EF4-FFF2-40B4-BE49-F238E27FC236}">
                <a16:creationId xmlns:a16="http://schemas.microsoft.com/office/drawing/2014/main" id="{D7AAD9B6-F983-4F40-9D8B-9CC39FDF6BD5}"/>
              </a:ext>
            </a:extLst>
          </p:cNvPr>
          <p:cNvSpPr>
            <a:spLocks noGrp="1"/>
          </p:cNvSpPr>
          <p:nvPr>
            <p:ph sz="half" idx="2"/>
          </p:nvPr>
        </p:nvSpPr>
        <p:spPr>
          <a:xfrm>
            <a:off x="731520" y="1367624"/>
            <a:ext cx="10622280" cy="4309607"/>
          </a:xfrm>
        </p:spPr>
        <p:txBody>
          <a:bodyPr/>
          <a:lstStyle/>
          <a:p>
            <a:r>
              <a:rPr lang="es-ES"/>
              <a:t>Editar los estilos de texto del patrón
Segundo nivel
Tercer nivel
Cuarto nivel
Quinto nivel</a:t>
            </a:r>
            <a:endParaRPr lang="es-CO"/>
          </a:p>
        </p:txBody>
      </p:sp>
    </p:spTree>
    <p:extLst>
      <p:ext uri="{BB962C8B-B14F-4D97-AF65-F5344CB8AC3E}">
        <p14:creationId xmlns:p14="http://schemas.microsoft.com/office/powerpoint/2010/main" val="1280352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90510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ación">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92562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3AE525-427B-BD42-90EF-EAFDD42AB61F}"/>
              </a:ext>
            </a:extLst>
          </p:cNvPr>
          <p:cNvSpPr>
            <a:spLocks noGrp="1"/>
          </p:cNvSpPr>
          <p:nvPr>
            <p:ph type="title"/>
          </p:nvPr>
        </p:nvSpPr>
        <p:spPr/>
        <p:txBody>
          <a:bodyPr/>
          <a:lstStyle/>
          <a:p>
            <a:r>
              <a:rPr lang="es-ES"/>
              <a:t>Haga clic para modificar el estilo de título del patrón</a:t>
            </a:r>
            <a:endParaRPr lang="es-CO"/>
          </a:p>
        </p:txBody>
      </p:sp>
    </p:spTree>
    <p:extLst>
      <p:ext uri="{BB962C8B-B14F-4D97-AF65-F5344CB8AC3E}">
        <p14:creationId xmlns:p14="http://schemas.microsoft.com/office/powerpoint/2010/main" val="36221430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3AE525-427B-BD42-90EF-EAFDD42AB61F}"/>
              </a:ext>
            </a:extLst>
          </p:cNvPr>
          <p:cNvSpPr>
            <a:spLocks noGrp="1"/>
          </p:cNvSpPr>
          <p:nvPr>
            <p:ph type="title"/>
          </p:nvPr>
        </p:nvSpPr>
        <p:spPr/>
        <p:txBody>
          <a:bodyPr/>
          <a:lstStyle/>
          <a:p>
            <a:r>
              <a:rPr lang="es-ES"/>
              <a:t>Haga clic para modificar el estilo de título del patrón</a:t>
            </a:r>
            <a:endParaRPr lang="es-CO"/>
          </a:p>
        </p:txBody>
      </p:sp>
    </p:spTree>
    <p:extLst>
      <p:ext uri="{BB962C8B-B14F-4D97-AF65-F5344CB8AC3E}">
        <p14:creationId xmlns:p14="http://schemas.microsoft.com/office/powerpoint/2010/main" val="2890279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Solo el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3AE525-427B-BD42-90EF-EAFDD42AB61F}"/>
              </a:ext>
            </a:extLst>
          </p:cNvPr>
          <p:cNvSpPr>
            <a:spLocks noGrp="1"/>
          </p:cNvSpPr>
          <p:nvPr>
            <p:ph type="title"/>
          </p:nvPr>
        </p:nvSpPr>
        <p:spPr/>
        <p:txBody>
          <a:bodyPr/>
          <a:lstStyle/>
          <a:p>
            <a:r>
              <a:rPr lang="es-ES"/>
              <a:t>Haga clic para modificar el estilo de título del patrón</a:t>
            </a:r>
            <a:endParaRPr lang="es-CO"/>
          </a:p>
        </p:txBody>
      </p:sp>
    </p:spTree>
    <p:extLst>
      <p:ext uri="{BB962C8B-B14F-4D97-AF65-F5344CB8AC3E}">
        <p14:creationId xmlns:p14="http://schemas.microsoft.com/office/powerpoint/2010/main" val="332170485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theme" Target="../theme/theme2.xml"/><Relationship Id="rId1"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theme" Target="../theme/theme3.xml"/><Relationship Id="rId1" Type="http://schemas.openxmlformats.org/officeDocument/2006/relationships/slideLayout" Target="../slideLayouts/slideLayout7.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theme" Target="../theme/theme4.xml"/><Relationship Id="rId1" Type="http://schemas.openxmlformats.org/officeDocument/2006/relationships/slideLayout" Target="../slideLayouts/slideLayout8.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theme" Target="../theme/theme5.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5E703E7-8DD9-EA41-B94D-76F7AD544C4F}"/>
              </a:ext>
            </a:extLst>
          </p:cNvPr>
          <p:cNvSpPr>
            <a:spLocks noGrp="1"/>
          </p:cNvSpPr>
          <p:nvPr>
            <p:ph type="title"/>
          </p:nvPr>
        </p:nvSpPr>
        <p:spPr>
          <a:xfrm>
            <a:off x="2138900" y="412833"/>
            <a:ext cx="9373925" cy="843473"/>
          </a:xfrm>
          <a:prstGeom prst="rect">
            <a:avLst/>
          </a:prstGeom>
        </p:spPr>
        <p:txBody>
          <a:bodyPr vert="horz" lIns="91440" tIns="45720" rIns="91440" bIns="45720" rtlCol="0" anchor="ctr">
            <a:noAutofit/>
          </a:bodyPr>
          <a:lstStyle/>
          <a:p>
            <a:r>
              <a:rPr lang="es-ES" dirty="0"/>
              <a:t>Haga clic para modificar el estilo de título del patrón</a:t>
            </a:r>
            <a:endParaRPr lang="es-CO" dirty="0"/>
          </a:p>
        </p:txBody>
      </p:sp>
      <p:sp>
        <p:nvSpPr>
          <p:cNvPr id="3" name="Marcador de texto 2">
            <a:extLst>
              <a:ext uri="{FF2B5EF4-FFF2-40B4-BE49-F238E27FC236}">
                <a16:creationId xmlns:a16="http://schemas.microsoft.com/office/drawing/2014/main" id="{80FCEC04-A456-1442-9E80-E6998191BB08}"/>
              </a:ext>
            </a:extLst>
          </p:cNvPr>
          <p:cNvSpPr>
            <a:spLocks noGrp="1"/>
          </p:cNvSpPr>
          <p:nvPr>
            <p:ph type="body" idx="1"/>
          </p:nvPr>
        </p:nvSpPr>
        <p:spPr>
          <a:xfrm>
            <a:off x="838200" y="1825625"/>
            <a:ext cx="10515600" cy="3859558"/>
          </a:xfrm>
          <a:prstGeom prst="rect">
            <a:avLst/>
          </a:prstGeom>
        </p:spPr>
        <p:txBody>
          <a:bodyPr vert="horz" lIns="91440" tIns="45720" rIns="91440" bIns="45720" rtlCol="0">
            <a:normAutofit/>
          </a:bodyPr>
          <a:lstStyle/>
          <a:p>
            <a:r>
              <a:rPr lang="es-ES" dirty="0"/>
              <a:t>Editar los estilos de texto del patrón
Segundo nivel
Tercer nivel
Cuarto nivel
Quinto nivel</a:t>
            </a:r>
            <a:endParaRPr lang="es-CO" dirty="0"/>
          </a:p>
        </p:txBody>
      </p:sp>
    </p:spTree>
    <p:extLst>
      <p:ext uri="{BB962C8B-B14F-4D97-AF65-F5344CB8AC3E}">
        <p14:creationId xmlns:p14="http://schemas.microsoft.com/office/powerpoint/2010/main" val="2071171775"/>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9" r:id="rId3"/>
    <p:sldLayoutId id="2147483691" r:id="rId4"/>
    <p:sldLayoutId id="2147483692" r:id="rId5"/>
  </p:sldLayoutIdLst>
  <p:txStyles>
    <p:titleStyle>
      <a:lvl1pPr algn="ctr" defTabSz="914400" rtl="0" eaLnBrk="1" latinLnBrk="0" hangingPunct="1">
        <a:lnSpc>
          <a:spcPct val="90000"/>
        </a:lnSpc>
        <a:spcBef>
          <a:spcPct val="0"/>
        </a:spcBef>
        <a:buNone/>
        <a:defRPr sz="3600" b="1" kern="1200">
          <a:solidFill>
            <a:schemeClr val="tx1">
              <a:lumMod val="65000"/>
              <a:lumOff val="35000"/>
            </a:schemeClr>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0" i="0" kern="1200">
          <a:solidFill>
            <a:schemeClr val="tx1">
              <a:lumMod val="65000"/>
              <a:lumOff val="35000"/>
            </a:schemeClr>
          </a:solidFill>
          <a:latin typeface="Arial Narrow" panose="020B0604020202020204" pitchFamily="34" charset="0"/>
          <a:ea typeface="+mn-ea"/>
          <a:cs typeface="Arial Narrow"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2497617"/>
      </p:ext>
    </p:extLst>
  </p:cSld>
  <p:clrMap bg1="lt1" tx1="dk1" bg2="lt2" tx2="dk2" accent1="accent1" accent2="accent2" accent3="accent3" accent4="accent4" accent5="accent5" accent6="accent6" hlink="hlink" folHlink="folHlink"/>
  <p:sldLayoutIdLst>
    <p:sldLayoutId id="214748369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61F3028-22EF-6B4B-878D-D750540D341A}"/>
              </a:ext>
            </a:extLst>
          </p:cNvPr>
          <p:cNvSpPr>
            <a:spLocks noGrp="1"/>
          </p:cNvSpPr>
          <p:nvPr>
            <p:ph type="title"/>
          </p:nvPr>
        </p:nvSpPr>
        <p:spPr>
          <a:xfrm>
            <a:off x="854103" y="2606222"/>
            <a:ext cx="10515600" cy="1325563"/>
          </a:xfrm>
          <a:prstGeom prst="rect">
            <a:avLst/>
          </a:prstGeom>
        </p:spPr>
        <p:txBody>
          <a:bodyPr vert="horz" lIns="91440" tIns="45720" rIns="91440" bIns="45720" rtlCol="0" anchor="ctr">
            <a:noAutofit/>
          </a:bodyPr>
          <a:lstStyle/>
          <a:p>
            <a:r>
              <a:rPr lang="es-ES" dirty="0"/>
              <a:t>Haga clic para modificar el estilo de título del patrón</a:t>
            </a:r>
            <a:endParaRPr lang="es-CO" dirty="0"/>
          </a:p>
        </p:txBody>
      </p:sp>
    </p:spTree>
    <p:extLst>
      <p:ext uri="{BB962C8B-B14F-4D97-AF65-F5344CB8AC3E}">
        <p14:creationId xmlns:p14="http://schemas.microsoft.com/office/powerpoint/2010/main" val="2356323912"/>
      </p:ext>
    </p:extLst>
  </p:cSld>
  <p:clrMap bg1="lt1" tx1="dk1" bg2="lt2" tx2="dk2" accent1="accent1" accent2="accent2" accent3="accent3" accent4="accent4" accent5="accent5" accent6="accent6" hlink="hlink" folHlink="folHlink"/>
  <p:sldLayoutIdLst>
    <p:sldLayoutId id="2147483668" r:id="rId1"/>
  </p:sldLayoutIdLst>
  <p:txStyles>
    <p:titleStyle>
      <a:lvl1pPr algn="ctr" defTabSz="914400" rtl="0" eaLnBrk="1" latinLnBrk="0" hangingPunct="1">
        <a:lnSpc>
          <a:spcPct val="90000"/>
        </a:lnSpc>
        <a:spcBef>
          <a:spcPct val="0"/>
        </a:spcBef>
        <a:buNone/>
        <a:defRPr sz="4800" b="1" i="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61F3028-22EF-6B4B-878D-D750540D341A}"/>
              </a:ext>
            </a:extLst>
          </p:cNvPr>
          <p:cNvSpPr>
            <a:spLocks noGrp="1"/>
          </p:cNvSpPr>
          <p:nvPr>
            <p:ph type="title"/>
          </p:nvPr>
        </p:nvSpPr>
        <p:spPr>
          <a:xfrm>
            <a:off x="854103" y="2606222"/>
            <a:ext cx="10515600" cy="1325563"/>
          </a:xfrm>
          <a:prstGeom prst="rect">
            <a:avLst/>
          </a:prstGeom>
        </p:spPr>
        <p:txBody>
          <a:bodyPr vert="horz" lIns="91440" tIns="45720" rIns="91440" bIns="45720" rtlCol="0" anchor="ctr">
            <a:noAutofit/>
          </a:bodyPr>
          <a:lstStyle/>
          <a:p>
            <a:r>
              <a:rPr lang="es-ES" dirty="0"/>
              <a:t>Haga clic para modificar el estilo de título del patrón</a:t>
            </a:r>
            <a:endParaRPr lang="es-CO" dirty="0"/>
          </a:p>
        </p:txBody>
      </p:sp>
    </p:spTree>
    <p:extLst>
      <p:ext uri="{BB962C8B-B14F-4D97-AF65-F5344CB8AC3E}">
        <p14:creationId xmlns:p14="http://schemas.microsoft.com/office/powerpoint/2010/main" val="3234255600"/>
      </p:ext>
    </p:extLst>
  </p:cSld>
  <p:clrMap bg1="lt1" tx1="dk1" bg2="lt2" tx2="dk2" accent1="accent1" accent2="accent2" accent3="accent3" accent4="accent4" accent5="accent5" accent6="accent6" hlink="hlink" folHlink="folHlink"/>
  <p:sldLayoutIdLst>
    <p:sldLayoutId id="2147483682" r:id="rId1"/>
  </p:sldLayoutIdLst>
  <p:txStyles>
    <p:titleStyle>
      <a:lvl1pPr algn="ctr" defTabSz="914400" rtl="0" eaLnBrk="1" latinLnBrk="0" hangingPunct="1">
        <a:lnSpc>
          <a:spcPct val="90000"/>
        </a:lnSpc>
        <a:spcBef>
          <a:spcPct val="0"/>
        </a:spcBef>
        <a:buNone/>
        <a:defRPr sz="4800" b="1" i="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61F3028-22EF-6B4B-878D-D750540D341A}"/>
              </a:ext>
            </a:extLst>
          </p:cNvPr>
          <p:cNvSpPr>
            <a:spLocks noGrp="1"/>
          </p:cNvSpPr>
          <p:nvPr>
            <p:ph type="title"/>
          </p:nvPr>
        </p:nvSpPr>
        <p:spPr>
          <a:xfrm>
            <a:off x="854103" y="2606222"/>
            <a:ext cx="10515600" cy="1325563"/>
          </a:xfrm>
          <a:prstGeom prst="rect">
            <a:avLst/>
          </a:prstGeom>
        </p:spPr>
        <p:txBody>
          <a:bodyPr vert="horz" lIns="91440" tIns="45720" rIns="91440" bIns="45720" rtlCol="0" anchor="ctr">
            <a:noAutofit/>
          </a:bodyPr>
          <a:lstStyle/>
          <a:p>
            <a:r>
              <a:rPr lang="es-ES" dirty="0"/>
              <a:t>Haga clic para modificar el estilo de título del patrón</a:t>
            </a:r>
            <a:endParaRPr lang="es-CO" dirty="0"/>
          </a:p>
        </p:txBody>
      </p:sp>
    </p:spTree>
    <p:extLst>
      <p:ext uri="{BB962C8B-B14F-4D97-AF65-F5344CB8AC3E}">
        <p14:creationId xmlns:p14="http://schemas.microsoft.com/office/powerpoint/2010/main" val="2640042317"/>
      </p:ext>
    </p:extLst>
  </p:cSld>
  <p:clrMap bg1="lt1" tx1="dk1" bg2="lt2" tx2="dk2" accent1="accent1" accent2="accent2" accent3="accent3" accent4="accent4" accent5="accent5" accent6="accent6" hlink="hlink" folHlink="folHlink"/>
  <p:sldLayoutIdLst>
    <p:sldLayoutId id="2147483684" r:id="rId1"/>
  </p:sldLayoutIdLst>
  <p:txStyles>
    <p:titleStyle>
      <a:lvl1pPr algn="ctr" defTabSz="914400" rtl="0" eaLnBrk="1" latinLnBrk="0" hangingPunct="1">
        <a:lnSpc>
          <a:spcPct val="90000"/>
        </a:lnSpc>
        <a:spcBef>
          <a:spcPct val="0"/>
        </a:spcBef>
        <a:buNone/>
        <a:defRPr sz="4800" b="1" i="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A11FED-CFD3-314A-935E-0D9D389A6A19}"/>
              </a:ext>
            </a:extLst>
          </p:cNvPr>
          <p:cNvSpPr>
            <a:spLocks noGrp="1"/>
          </p:cNvSpPr>
          <p:nvPr>
            <p:ph type="title"/>
          </p:nvPr>
        </p:nvSpPr>
        <p:spPr/>
        <p:txBody>
          <a:bodyPr/>
          <a:lstStyle/>
          <a:p>
            <a:r>
              <a:rPr lang="es-CO" dirty="0"/>
              <a:t>MICROCONTROLADORES</a:t>
            </a:r>
            <a:br>
              <a:rPr lang="es-CO" dirty="0"/>
            </a:br>
            <a:r>
              <a:rPr lang="es-CO" dirty="0"/>
              <a:t>PWM-Pulse </a:t>
            </a:r>
            <a:r>
              <a:rPr lang="es-CO" dirty="0" err="1"/>
              <a:t>Width</a:t>
            </a:r>
            <a:r>
              <a:rPr lang="es-CO" dirty="0"/>
              <a:t> </a:t>
            </a:r>
            <a:r>
              <a:rPr lang="es-CO" dirty="0" err="1"/>
              <a:t>Modulation</a:t>
            </a:r>
            <a:endParaRPr lang="es-CO" dirty="0"/>
          </a:p>
        </p:txBody>
      </p:sp>
      <p:sp>
        <p:nvSpPr>
          <p:cNvPr id="3" name="Título 1">
            <a:extLst>
              <a:ext uri="{FF2B5EF4-FFF2-40B4-BE49-F238E27FC236}">
                <a16:creationId xmlns:a16="http://schemas.microsoft.com/office/drawing/2014/main" id="{C0A93CF5-6E51-487D-BC04-CDC4C8D341C1}"/>
              </a:ext>
            </a:extLst>
          </p:cNvPr>
          <p:cNvSpPr txBox="1">
            <a:spLocks/>
          </p:cNvSpPr>
          <p:nvPr/>
        </p:nvSpPr>
        <p:spPr>
          <a:xfrm>
            <a:off x="838200" y="4022888"/>
            <a:ext cx="10515600" cy="1828348"/>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4800" b="1" i="0" kern="1200">
                <a:solidFill>
                  <a:schemeClr val="bg1"/>
                </a:solidFill>
                <a:latin typeface="Arial" panose="020B0604020202020204" pitchFamily="34" charset="0"/>
                <a:ea typeface="+mj-ea"/>
                <a:cs typeface="Arial" panose="020B0604020202020204" pitchFamily="34" charset="0"/>
              </a:defRPr>
            </a:lvl1pPr>
          </a:lstStyle>
          <a:p>
            <a:r>
              <a:rPr lang="es-CO" sz="2000" dirty="0"/>
              <a:t>Docente: </a:t>
            </a:r>
          </a:p>
          <a:p>
            <a:r>
              <a:rPr lang="es-CO" sz="2000" dirty="0" err="1"/>
              <a:t>Yomin</a:t>
            </a:r>
            <a:r>
              <a:rPr lang="es-CO" sz="2000" dirty="0"/>
              <a:t> Jaramillo Múnera</a:t>
            </a:r>
          </a:p>
          <a:p>
            <a:r>
              <a:rPr lang="es-CO" sz="2000" dirty="0"/>
              <a:t>Yominjaramillo2283@correo.itm.edu.co</a:t>
            </a:r>
          </a:p>
        </p:txBody>
      </p:sp>
    </p:spTree>
    <p:extLst>
      <p:ext uri="{BB962C8B-B14F-4D97-AF65-F5344CB8AC3E}">
        <p14:creationId xmlns:p14="http://schemas.microsoft.com/office/powerpoint/2010/main" val="38636561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4686E8-D1EC-F8DA-255F-FB95E49A1F29}"/>
              </a:ext>
            </a:extLst>
          </p:cNvPr>
          <p:cNvSpPr>
            <a:spLocks noGrp="1"/>
          </p:cNvSpPr>
          <p:nvPr>
            <p:ph type="title"/>
          </p:nvPr>
        </p:nvSpPr>
        <p:spPr/>
        <p:txBody>
          <a:bodyPr/>
          <a:lstStyle/>
          <a:p>
            <a:r>
              <a:rPr lang="es-CO" dirty="0"/>
              <a:t>PWM-Pulse </a:t>
            </a:r>
            <a:r>
              <a:rPr lang="es-CO" dirty="0" err="1"/>
              <a:t>Width</a:t>
            </a:r>
            <a:r>
              <a:rPr lang="es-CO" dirty="0"/>
              <a:t> </a:t>
            </a:r>
            <a:r>
              <a:rPr lang="es-CO" dirty="0" err="1"/>
              <a:t>Modulation</a:t>
            </a:r>
            <a:endParaRPr lang="es-CO" dirty="0"/>
          </a:p>
        </p:txBody>
      </p:sp>
      <p:sp>
        <p:nvSpPr>
          <p:cNvPr id="3" name="Marcador de contenido 2">
            <a:extLst>
              <a:ext uri="{FF2B5EF4-FFF2-40B4-BE49-F238E27FC236}">
                <a16:creationId xmlns:a16="http://schemas.microsoft.com/office/drawing/2014/main" id="{4DCCD974-9C6A-0414-E44B-1E6C3A5CB0CA}"/>
              </a:ext>
            </a:extLst>
          </p:cNvPr>
          <p:cNvSpPr>
            <a:spLocks noGrp="1"/>
          </p:cNvSpPr>
          <p:nvPr>
            <p:ph sz="half" idx="1"/>
          </p:nvPr>
        </p:nvSpPr>
        <p:spPr>
          <a:xfrm>
            <a:off x="1073072" y="2593561"/>
            <a:ext cx="4334429" cy="3851606"/>
          </a:xfrm>
        </p:spPr>
        <p:txBody>
          <a:bodyPr>
            <a:normAutofit/>
          </a:bodyPr>
          <a:lstStyle/>
          <a:p>
            <a:pPr algn="just"/>
            <a:r>
              <a:rPr lang="es-ES" dirty="0">
                <a:latin typeface="+mn-lt"/>
              </a:rPr>
              <a:t>Se refiere a una técnica utilizada en microcontroladores y electrónica en general para controlar la cantidad de energía que se entrega a un dispositivo o componente.</a:t>
            </a:r>
          </a:p>
          <a:p>
            <a:endParaRPr lang="es-ES" dirty="0">
              <a:latin typeface="+mn-lt"/>
            </a:endParaRPr>
          </a:p>
        </p:txBody>
      </p:sp>
      <p:pic>
        <p:nvPicPr>
          <p:cNvPr id="3074" name="Picture 2" descr="Pulse Width Modulation - Definition, Terminologies, Types, Applications">
            <a:extLst>
              <a:ext uri="{FF2B5EF4-FFF2-40B4-BE49-F238E27FC236}">
                <a16:creationId xmlns:a16="http://schemas.microsoft.com/office/drawing/2014/main" id="{ABD2B27A-9B22-D7AB-F31F-A5B32F9A75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8892" y="2443844"/>
            <a:ext cx="5513933" cy="1970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1919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6B59B4-C3C1-C8E3-41DB-5B4E45E39C40}"/>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7D7D2006-0FC2-A2F4-EC90-2AAE764F63B2}"/>
              </a:ext>
            </a:extLst>
          </p:cNvPr>
          <p:cNvSpPr>
            <a:spLocks noGrp="1"/>
          </p:cNvSpPr>
          <p:nvPr>
            <p:ph sz="half" idx="1"/>
          </p:nvPr>
        </p:nvSpPr>
        <p:spPr>
          <a:xfrm>
            <a:off x="547059" y="1892790"/>
            <a:ext cx="4404768" cy="3851606"/>
          </a:xfrm>
        </p:spPr>
        <p:txBody>
          <a:bodyPr>
            <a:normAutofit fontScale="92500" lnSpcReduction="10000"/>
          </a:bodyPr>
          <a:lstStyle/>
          <a:p>
            <a:pPr algn="just"/>
            <a:r>
              <a:rPr lang="es-ES" dirty="0"/>
              <a:t>En esencia, PWM implica variar la duración de un pulso de señal eléctrica en un período de tiempo constante. El ciclo de trabajo (</a:t>
            </a:r>
            <a:r>
              <a:rPr lang="es-ES" dirty="0" err="1"/>
              <a:t>duty</a:t>
            </a:r>
            <a:r>
              <a:rPr lang="es-ES" dirty="0"/>
              <a:t> </a:t>
            </a:r>
            <a:r>
              <a:rPr lang="es-ES" dirty="0" err="1"/>
              <a:t>cycle</a:t>
            </a:r>
            <a:r>
              <a:rPr lang="es-ES" dirty="0"/>
              <a:t>) es la relación entre el tiempo en que la señal está en estado alto (encendido) y el tiempo total del período. Al cambiar el ciclo de trabajo, se puede controlar la cantidad promedio de energía entregada al dispositivo, lo que permite controlar la velocidad de un motor, la intensidad de una luz LED, la posición de un servo, entre otros.</a:t>
            </a:r>
          </a:p>
          <a:p>
            <a:endParaRPr lang="es-CO" dirty="0"/>
          </a:p>
        </p:txBody>
      </p:sp>
      <p:pic>
        <p:nvPicPr>
          <p:cNvPr id="1026" name="Picture 2">
            <a:extLst>
              <a:ext uri="{FF2B5EF4-FFF2-40B4-BE49-F238E27FC236}">
                <a16:creationId xmlns:a16="http://schemas.microsoft.com/office/drawing/2014/main" id="{16F5E7EB-1040-14CE-BE1D-B9EB063C8DDE}"/>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5408819" y="1825626"/>
            <a:ext cx="6104006" cy="38516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66902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31E06E-1FB0-79B5-8CE5-73873BA84238}"/>
              </a:ext>
            </a:extLst>
          </p:cNvPr>
          <p:cNvSpPr>
            <a:spLocks noGrp="1"/>
          </p:cNvSpPr>
          <p:nvPr>
            <p:ph type="title"/>
          </p:nvPr>
        </p:nvSpPr>
        <p:spPr/>
        <p:txBody>
          <a:bodyPr/>
          <a:lstStyle/>
          <a:p>
            <a:r>
              <a:rPr lang="es-CO" dirty="0"/>
              <a:t>Ciclo de dureza-</a:t>
            </a:r>
            <a:r>
              <a:rPr lang="es-CO" dirty="0" err="1"/>
              <a:t>Duty</a:t>
            </a:r>
            <a:r>
              <a:rPr lang="es-CO" dirty="0"/>
              <a:t> Cicle</a:t>
            </a:r>
          </a:p>
        </p:txBody>
      </p:sp>
      <p:sp>
        <p:nvSpPr>
          <p:cNvPr id="3" name="Marcador de contenido 2">
            <a:extLst>
              <a:ext uri="{FF2B5EF4-FFF2-40B4-BE49-F238E27FC236}">
                <a16:creationId xmlns:a16="http://schemas.microsoft.com/office/drawing/2014/main" id="{9EA22354-FEB1-E19C-E091-0401F292AA77}"/>
              </a:ext>
            </a:extLst>
          </p:cNvPr>
          <p:cNvSpPr>
            <a:spLocks noGrp="1"/>
          </p:cNvSpPr>
          <p:nvPr>
            <p:ph sz="half" idx="1"/>
          </p:nvPr>
        </p:nvSpPr>
        <p:spPr>
          <a:xfrm>
            <a:off x="814346" y="2846554"/>
            <a:ext cx="5181600" cy="2830678"/>
          </a:xfrm>
        </p:spPr>
        <p:txBody>
          <a:bodyPr/>
          <a:lstStyle/>
          <a:p>
            <a:pPr algn="just"/>
            <a:r>
              <a:rPr lang="es-CO" dirty="0"/>
              <a:t>El ciclo de dureza se define como la proporción en que la señal esta en ON con respecto al periodo y se calcula mediante la siguiente formula:</a:t>
            </a:r>
          </a:p>
        </p:txBody>
      </p:sp>
      <p:pic>
        <p:nvPicPr>
          <p:cNvPr id="5" name="Imagen 4">
            <a:extLst>
              <a:ext uri="{FF2B5EF4-FFF2-40B4-BE49-F238E27FC236}">
                <a16:creationId xmlns:a16="http://schemas.microsoft.com/office/drawing/2014/main" id="{81F6BA57-0A4F-A05C-95D8-CEEAB4F80DB9}"/>
              </a:ext>
            </a:extLst>
          </p:cNvPr>
          <p:cNvPicPr>
            <a:picLocks noChangeAspect="1"/>
          </p:cNvPicPr>
          <p:nvPr/>
        </p:nvPicPr>
        <p:blipFill>
          <a:blip r:embed="rId2"/>
          <a:stretch>
            <a:fillRect/>
          </a:stretch>
        </p:blipFill>
        <p:spPr>
          <a:xfrm>
            <a:off x="7093927" y="2846554"/>
            <a:ext cx="3771900" cy="1809750"/>
          </a:xfrm>
          <a:prstGeom prst="rect">
            <a:avLst/>
          </a:prstGeom>
        </p:spPr>
      </p:pic>
    </p:spTree>
    <p:extLst>
      <p:ext uri="{BB962C8B-B14F-4D97-AF65-F5344CB8AC3E}">
        <p14:creationId xmlns:p14="http://schemas.microsoft.com/office/powerpoint/2010/main" val="583001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8C6B79-489C-4E51-BF5E-7E16F30F0775}"/>
              </a:ext>
            </a:extLst>
          </p:cNvPr>
          <p:cNvSpPr>
            <a:spLocks noGrp="1"/>
          </p:cNvSpPr>
          <p:nvPr>
            <p:ph type="title"/>
          </p:nvPr>
        </p:nvSpPr>
        <p:spPr/>
        <p:txBody>
          <a:bodyPr/>
          <a:lstStyle/>
          <a:p>
            <a:r>
              <a:rPr lang="es-CO" dirty="0"/>
              <a:t>Tensión media PWM</a:t>
            </a:r>
          </a:p>
        </p:txBody>
      </p:sp>
      <p:sp>
        <p:nvSpPr>
          <p:cNvPr id="3" name="Marcador de contenido 2">
            <a:extLst>
              <a:ext uri="{FF2B5EF4-FFF2-40B4-BE49-F238E27FC236}">
                <a16:creationId xmlns:a16="http://schemas.microsoft.com/office/drawing/2014/main" id="{F745EBD8-8262-1D7C-B0F4-0CA8BA8C3AD8}"/>
              </a:ext>
            </a:extLst>
          </p:cNvPr>
          <p:cNvSpPr>
            <a:spLocks noGrp="1"/>
          </p:cNvSpPr>
          <p:nvPr>
            <p:ph sz="half" idx="1"/>
          </p:nvPr>
        </p:nvSpPr>
        <p:spPr>
          <a:xfrm>
            <a:off x="814346" y="1825626"/>
            <a:ext cx="6613396" cy="3851606"/>
          </a:xfrm>
        </p:spPr>
        <p:txBody>
          <a:bodyPr/>
          <a:lstStyle/>
          <a:p>
            <a:r>
              <a:rPr lang="es-CO" dirty="0"/>
              <a:t>La tensión media del pin que esta generando el PWM se define, entonces, por el valor pico que puede alcanzar la señal multiplicado el valor del ciclo de dureza.</a:t>
            </a:r>
          </a:p>
          <a:p>
            <a:endParaRPr lang="es-CO" dirty="0"/>
          </a:p>
        </p:txBody>
      </p:sp>
      <p:pic>
        <p:nvPicPr>
          <p:cNvPr id="6" name="Marcador de contenido 5">
            <a:extLst>
              <a:ext uri="{FF2B5EF4-FFF2-40B4-BE49-F238E27FC236}">
                <a16:creationId xmlns:a16="http://schemas.microsoft.com/office/drawing/2014/main" id="{0C037E98-7D05-E2B0-E3B0-99E0A6FEF3F6}"/>
              </a:ext>
            </a:extLst>
          </p:cNvPr>
          <p:cNvPicPr>
            <a:picLocks noGrp="1" noChangeAspect="1"/>
          </p:cNvPicPr>
          <p:nvPr>
            <p:ph sz="half" idx="2"/>
          </p:nvPr>
        </p:nvPicPr>
        <p:blipFill>
          <a:blip r:embed="rId2"/>
          <a:stretch>
            <a:fillRect/>
          </a:stretch>
        </p:blipFill>
        <p:spPr>
          <a:xfrm>
            <a:off x="8624082" y="3312893"/>
            <a:ext cx="2225264" cy="622544"/>
          </a:xfrm>
        </p:spPr>
      </p:pic>
      <p:pic>
        <p:nvPicPr>
          <p:cNvPr id="1028" name="Picture 4" descr="PWM con Arduino. Salidas analógicas. - YoMaker">
            <a:extLst>
              <a:ext uri="{FF2B5EF4-FFF2-40B4-BE49-F238E27FC236}">
                <a16:creationId xmlns:a16="http://schemas.microsoft.com/office/drawing/2014/main" id="{9C486C8F-0758-EF15-9C2E-C512AAF782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2450" y="3037302"/>
            <a:ext cx="5797188" cy="30197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9100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905369-CC65-E1F6-F071-8C58C4DD3EDD}"/>
              </a:ext>
            </a:extLst>
          </p:cNvPr>
          <p:cNvSpPr>
            <a:spLocks noGrp="1"/>
          </p:cNvSpPr>
          <p:nvPr>
            <p:ph type="title"/>
          </p:nvPr>
        </p:nvSpPr>
        <p:spPr/>
        <p:txBody>
          <a:bodyPr/>
          <a:lstStyle/>
          <a:p>
            <a:r>
              <a:rPr lang="es-CO" dirty="0"/>
              <a:t>PWM en ESP32</a:t>
            </a:r>
          </a:p>
        </p:txBody>
      </p:sp>
      <p:sp>
        <p:nvSpPr>
          <p:cNvPr id="3" name="Marcador de contenido 2">
            <a:extLst>
              <a:ext uri="{FF2B5EF4-FFF2-40B4-BE49-F238E27FC236}">
                <a16:creationId xmlns:a16="http://schemas.microsoft.com/office/drawing/2014/main" id="{1FA9BFBA-0038-4971-AC16-99DDB9DDDACD}"/>
              </a:ext>
            </a:extLst>
          </p:cNvPr>
          <p:cNvSpPr>
            <a:spLocks noGrp="1"/>
          </p:cNvSpPr>
          <p:nvPr>
            <p:ph sz="half" idx="1"/>
          </p:nvPr>
        </p:nvSpPr>
        <p:spPr>
          <a:xfrm>
            <a:off x="814346" y="1825626"/>
            <a:ext cx="5181600" cy="4406362"/>
          </a:xfrm>
        </p:spPr>
        <p:txBody>
          <a:bodyPr>
            <a:normAutofit fontScale="92500" lnSpcReduction="10000"/>
          </a:bodyPr>
          <a:lstStyle/>
          <a:p>
            <a:pPr marL="342900" indent="-342900" algn="just">
              <a:buFont typeface="Arial" panose="020B0604020202020204" pitchFamily="34" charset="0"/>
              <a:buChar char="•"/>
            </a:pPr>
            <a:r>
              <a:rPr lang="es-ES" dirty="0"/>
              <a:t>El PWM puede activarse en todos los pines de salida. La frecuencia base puede oscilar entre 1Hz y 40MHz, pero hay una dificultad: a medida que aumenta la frecuencia base, disminuye la resolución de trabajo.</a:t>
            </a:r>
          </a:p>
          <a:p>
            <a:pPr algn="just"/>
            <a:endParaRPr lang="es-ES" dirty="0"/>
          </a:p>
          <a:p>
            <a:pPr algn="just"/>
            <a:endParaRPr lang="es-ES" dirty="0"/>
          </a:p>
          <a:p>
            <a:pPr algn="just"/>
            <a:endParaRPr lang="es-ES" dirty="0"/>
          </a:p>
          <a:p>
            <a:pPr marL="342900" indent="-342900" algn="just">
              <a:buFont typeface="Arial" panose="020B0604020202020204" pitchFamily="34" charset="0"/>
              <a:buChar char="•"/>
            </a:pPr>
            <a:r>
              <a:rPr lang="es-ES" dirty="0"/>
              <a:t>La resolución de trabajo en PWM se refiere a la precisión con la que puedes ajustar el ciclo de trabajo de una señal PWM</a:t>
            </a:r>
          </a:p>
          <a:p>
            <a:endParaRPr lang="es-ES" dirty="0"/>
          </a:p>
        </p:txBody>
      </p:sp>
      <p:sp>
        <p:nvSpPr>
          <p:cNvPr id="4" name="Marcador de contenido 3">
            <a:extLst>
              <a:ext uri="{FF2B5EF4-FFF2-40B4-BE49-F238E27FC236}">
                <a16:creationId xmlns:a16="http://schemas.microsoft.com/office/drawing/2014/main" id="{5A8CA8DF-937E-A338-8960-A1FA27EA7469}"/>
              </a:ext>
            </a:extLst>
          </p:cNvPr>
          <p:cNvSpPr>
            <a:spLocks noGrp="1"/>
          </p:cNvSpPr>
          <p:nvPr>
            <p:ph sz="half" idx="2"/>
          </p:nvPr>
        </p:nvSpPr>
        <p:spPr>
          <a:xfrm>
            <a:off x="6467622" y="2713478"/>
            <a:ext cx="5181600" cy="2075902"/>
          </a:xfrm>
        </p:spPr>
        <p:txBody>
          <a:bodyPr>
            <a:normAutofit fontScale="92500" lnSpcReduction="10000"/>
          </a:bodyPr>
          <a:lstStyle/>
          <a:p>
            <a:pPr marL="342900" indent="-342900">
              <a:buFont typeface="Arial" panose="020B0604020202020204" pitchFamily="34" charset="0"/>
              <a:buChar char="•"/>
            </a:pPr>
            <a:r>
              <a:rPr lang="es-ES" dirty="0"/>
              <a:t>A medida que aumenta la frecuencia base, la resolución disminuye, lo que puede limitar la precisión de control en aplicaciones que requieren una alta resolución. Por lo tanto, es importante elegir la frecuencia base adecuada en función de los requisitos de tu proyecto.</a:t>
            </a:r>
          </a:p>
          <a:p>
            <a:endParaRPr lang="es-ES" dirty="0"/>
          </a:p>
          <a:p>
            <a:endParaRPr lang="es-ES" dirty="0"/>
          </a:p>
          <a:p>
            <a:endParaRPr lang="es-ES" dirty="0"/>
          </a:p>
          <a:p>
            <a:endParaRPr lang="es-ES" dirty="0"/>
          </a:p>
          <a:p>
            <a:endParaRPr lang="es-CO" dirty="0"/>
          </a:p>
        </p:txBody>
      </p:sp>
    </p:spTree>
    <p:extLst>
      <p:ext uri="{BB962C8B-B14F-4D97-AF65-F5344CB8AC3E}">
        <p14:creationId xmlns:p14="http://schemas.microsoft.com/office/powerpoint/2010/main" val="22748517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905369-CC65-E1F6-F071-8C58C4DD3EDD}"/>
              </a:ext>
            </a:extLst>
          </p:cNvPr>
          <p:cNvSpPr>
            <a:spLocks noGrp="1"/>
          </p:cNvSpPr>
          <p:nvPr>
            <p:ph type="title"/>
          </p:nvPr>
        </p:nvSpPr>
        <p:spPr/>
        <p:txBody>
          <a:bodyPr/>
          <a:lstStyle/>
          <a:p>
            <a:r>
              <a:rPr lang="es-CO" dirty="0"/>
              <a:t>Clase PWM en ESP32</a:t>
            </a:r>
          </a:p>
        </p:txBody>
      </p:sp>
      <p:pic>
        <p:nvPicPr>
          <p:cNvPr id="6" name="Marcador de contenido 5">
            <a:extLst>
              <a:ext uri="{FF2B5EF4-FFF2-40B4-BE49-F238E27FC236}">
                <a16:creationId xmlns:a16="http://schemas.microsoft.com/office/drawing/2014/main" id="{8761DF93-0618-7C1F-19B9-780FF8F7561D}"/>
              </a:ext>
            </a:extLst>
          </p:cNvPr>
          <p:cNvPicPr>
            <a:picLocks noGrp="1" noChangeAspect="1"/>
          </p:cNvPicPr>
          <p:nvPr>
            <p:ph sz="half" idx="1"/>
          </p:nvPr>
        </p:nvPicPr>
        <p:blipFill>
          <a:blip r:embed="rId2"/>
          <a:stretch>
            <a:fillRect/>
          </a:stretch>
        </p:blipFill>
        <p:spPr>
          <a:xfrm>
            <a:off x="2372668" y="1256306"/>
            <a:ext cx="8906387" cy="4577074"/>
          </a:xfrm>
        </p:spPr>
      </p:pic>
    </p:spTree>
    <p:extLst>
      <p:ext uri="{BB962C8B-B14F-4D97-AF65-F5344CB8AC3E}">
        <p14:creationId xmlns:p14="http://schemas.microsoft.com/office/powerpoint/2010/main" val="22240292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B1C751-EB2A-D718-091F-42FBB89EF4E9}"/>
              </a:ext>
            </a:extLst>
          </p:cNvPr>
          <p:cNvSpPr>
            <a:spLocks noGrp="1"/>
          </p:cNvSpPr>
          <p:nvPr>
            <p:ph type="title"/>
          </p:nvPr>
        </p:nvSpPr>
        <p:spPr/>
        <p:txBody>
          <a:bodyPr/>
          <a:lstStyle/>
          <a:p>
            <a:r>
              <a:rPr lang="es-CO" dirty="0"/>
              <a:t>CONTROL DE SERVOS</a:t>
            </a:r>
          </a:p>
        </p:txBody>
      </p:sp>
      <p:sp>
        <p:nvSpPr>
          <p:cNvPr id="3" name="Marcador de contenido 2">
            <a:extLst>
              <a:ext uri="{FF2B5EF4-FFF2-40B4-BE49-F238E27FC236}">
                <a16:creationId xmlns:a16="http://schemas.microsoft.com/office/drawing/2014/main" id="{E5DD4D34-2707-8FFB-702A-6AA8EDAAB767}"/>
              </a:ext>
            </a:extLst>
          </p:cNvPr>
          <p:cNvSpPr>
            <a:spLocks noGrp="1"/>
          </p:cNvSpPr>
          <p:nvPr>
            <p:ph sz="half" idx="1"/>
          </p:nvPr>
        </p:nvSpPr>
        <p:spPr/>
        <p:txBody>
          <a:bodyPr>
            <a:normAutofit fontScale="92500" lnSpcReduction="10000"/>
          </a:bodyPr>
          <a:lstStyle/>
          <a:p>
            <a:pPr algn="just"/>
            <a:r>
              <a:rPr lang="es-ES" dirty="0"/>
              <a:t>La mayoría de los servos operan en un rango de ancho de pulso de aproximadamente 1000 a 2000 microsegundos, donde 1000 </a:t>
            </a:r>
            <a:r>
              <a:rPr lang="es-ES" dirty="0" err="1"/>
              <a:t>μs</a:t>
            </a:r>
            <a:r>
              <a:rPr lang="es-ES" dirty="0"/>
              <a:t> corresponde a una posición extrema, 1500 </a:t>
            </a:r>
            <a:r>
              <a:rPr lang="es-ES" dirty="0" err="1"/>
              <a:t>μs</a:t>
            </a:r>
            <a:r>
              <a:rPr lang="es-ES" dirty="0"/>
              <a:t> corresponde al centro y 2000 </a:t>
            </a:r>
            <a:r>
              <a:rPr lang="es-ES" dirty="0" err="1"/>
              <a:t>μs</a:t>
            </a:r>
            <a:r>
              <a:rPr lang="es-ES" dirty="0"/>
              <a:t> corresponde a la otra posición extrema.</a:t>
            </a:r>
          </a:p>
          <a:p>
            <a:pPr algn="just"/>
            <a:endParaRPr lang="es-ES" dirty="0"/>
          </a:p>
          <a:p>
            <a:pPr algn="just"/>
            <a:r>
              <a:rPr lang="es-ES" dirty="0" err="1"/>
              <a:t>Utlizar</a:t>
            </a:r>
            <a:r>
              <a:rPr lang="es-ES" dirty="0"/>
              <a:t> una resolución de 1023 (rango de 0 a 1023),  es un enfoque inusual para controlar un servo. La mayoría de los servos se controlan en términos de microsegundos o haciendo mapeos de datos.</a:t>
            </a:r>
            <a:endParaRPr lang="es-CO" dirty="0"/>
          </a:p>
        </p:txBody>
      </p:sp>
      <p:pic>
        <p:nvPicPr>
          <p:cNvPr id="4098" name="Picture 2" descr="Qué es un servomotor y sus aplicaciones?">
            <a:extLst>
              <a:ext uri="{FF2B5EF4-FFF2-40B4-BE49-F238E27FC236}">
                <a16:creationId xmlns:a16="http://schemas.microsoft.com/office/drawing/2014/main" id="{F96C1AAC-F79A-8C5D-26C2-2EB5026E3EC7}"/>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2200" y="2293937"/>
            <a:ext cx="5181600" cy="2914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7255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B1C751-EB2A-D718-091F-42FBB89EF4E9}"/>
              </a:ext>
            </a:extLst>
          </p:cNvPr>
          <p:cNvSpPr>
            <a:spLocks noGrp="1"/>
          </p:cNvSpPr>
          <p:nvPr>
            <p:ph type="title"/>
          </p:nvPr>
        </p:nvSpPr>
        <p:spPr/>
        <p:txBody>
          <a:bodyPr/>
          <a:lstStyle/>
          <a:p>
            <a:r>
              <a:rPr lang="es-CO" dirty="0"/>
              <a:t>SG90</a:t>
            </a:r>
          </a:p>
        </p:txBody>
      </p:sp>
      <p:pic>
        <p:nvPicPr>
          <p:cNvPr id="4098" name="Picture 2" descr="Qué es un servomotor y sus aplicaciones?">
            <a:extLst>
              <a:ext uri="{FF2B5EF4-FFF2-40B4-BE49-F238E27FC236}">
                <a16:creationId xmlns:a16="http://schemas.microsoft.com/office/drawing/2014/main" id="{F96C1AAC-F79A-8C5D-26C2-2EB5026E3EC7}"/>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2200" y="2293937"/>
            <a:ext cx="5181600" cy="291465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C4418FD2-4D3A-51D8-0639-47DA40256ADF}"/>
              </a:ext>
            </a:extLst>
          </p:cNvPr>
          <p:cNvPicPr>
            <a:picLocks noChangeAspect="1"/>
          </p:cNvPicPr>
          <p:nvPr/>
        </p:nvPicPr>
        <p:blipFill>
          <a:blip r:embed="rId3"/>
          <a:stretch>
            <a:fillRect/>
          </a:stretch>
        </p:blipFill>
        <p:spPr>
          <a:xfrm>
            <a:off x="1636461" y="1505940"/>
            <a:ext cx="5514975" cy="3990975"/>
          </a:xfrm>
          <a:prstGeom prst="rect">
            <a:avLst/>
          </a:prstGeom>
        </p:spPr>
      </p:pic>
    </p:spTree>
    <p:extLst>
      <p:ext uri="{BB962C8B-B14F-4D97-AF65-F5344CB8AC3E}">
        <p14:creationId xmlns:p14="http://schemas.microsoft.com/office/powerpoint/2010/main" val="39968599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81AD0-7024-B5AD-C48C-522AA39E16B1}"/>
              </a:ext>
            </a:extLst>
          </p:cNvPr>
          <p:cNvSpPr>
            <a:spLocks noGrp="1"/>
          </p:cNvSpPr>
          <p:nvPr>
            <p:ph type="title"/>
          </p:nvPr>
        </p:nvSpPr>
        <p:spPr/>
        <p:txBody>
          <a:bodyPr/>
          <a:lstStyle/>
          <a:p>
            <a:r>
              <a:rPr lang="en-US" dirty="0">
                <a:latin typeface="Arial"/>
                <a:cs typeface="Arial"/>
              </a:rPr>
              <a:t>DOCUMENTACIÓN OFICIAL MICROPYTHON</a:t>
            </a:r>
            <a:endParaRPr lang="en-US" dirty="0"/>
          </a:p>
        </p:txBody>
      </p:sp>
      <p:sp>
        <p:nvSpPr>
          <p:cNvPr id="3" name="Content Placeholder 2">
            <a:extLst>
              <a:ext uri="{FF2B5EF4-FFF2-40B4-BE49-F238E27FC236}">
                <a16:creationId xmlns:a16="http://schemas.microsoft.com/office/drawing/2014/main" id="{4064D25D-CE63-7A28-2AE7-A8512B97B0E7}"/>
              </a:ext>
            </a:extLst>
          </p:cNvPr>
          <p:cNvSpPr>
            <a:spLocks noGrp="1"/>
          </p:cNvSpPr>
          <p:nvPr>
            <p:ph sz="half" idx="1"/>
          </p:nvPr>
        </p:nvSpPr>
        <p:spPr>
          <a:xfrm>
            <a:off x="814346" y="1825626"/>
            <a:ext cx="10587486" cy="3851606"/>
          </a:xfrm>
        </p:spPr>
        <p:txBody>
          <a:bodyPr vert="horz" lIns="91440" tIns="45720" rIns="91440" bIns="45720" rtlCol="0" anchor="t">
            <a:normAutofit/>
          </a:bodyPr>
          <a:lstStyle/>
          <a:p>
            <a:r>
              <a:rPr lang="en-US" dirty="0">
                <a:latin typeface="Arial Narrow"/>
              </a:rPr>
              <a:t>https://docs.micropython.org/en/latest/esp32/tutorial/pwm.html#esp32-pwm</a:t>
            </a:r>
          </a:p>
        </p:txBody>
      </p:sp>
    </p:spTree>
    <p:extLst>
      <p:ext uri="{BB962C8B-B14F-4D97-AF65-F5344CB8AC3E}">
        <p14:creationId xmlns:p14="http://schemas.microsoft.com/office/powerpoint/2010/main" val="18911358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0930374"/>
      </p:ext>
    </p:extLst>
  </p:cSld>
  <p:clrMapOvr>
    <a:masterClrMapping/>
  </p:clrMapOvr>
</p:sld>
</file>

<file path=ppt/theme/theme1.xml><?xml version="1.0" encoding="utf-8"?>
<a:theme xmlns:a="http://schemas.openxmlformats.org/drawingml/2006/main" name="1_Diseño personalizad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Diseño personalizad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Diseño personalizad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Diseño personalizad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Diseño personalizad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5951D9CC6387B4BA485D72A2CB95580" ma:contentTypeVersion="8" ma:contentTypeDescription="Create a new document." ma:contentTypeScope="" ma:versionID="439218f9fb54f11818a2d1f13def84af">
  <xsd:schema xmlns:xsd="http://www.w3.org/2001/XMLSchema" xmlns:xs="http://www.w3.org/2001/XMLSchema" xmlns:p="http://schemas.microsoft.com/office/2006/metadata/properties" xmlns:ns2="b2f86dd7-c612-4075-9056-e01ca081dec3" targetNamespace="http://schemas.microsoft.com/office/2006/metadata/properties" ma:root="true" ma:fieldsID="9c449413f8bf3dd49edc3e8da17e9625" ns2:_="">
    <xsd:import namespace="b2f86dd7-c612-4075-9056-e01ca081dec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2f86dd7-c612-4075-9056-e01ca081dec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5C2AE38-44E6-4930-AD3F-643E34CFB6D3}">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96CD9E85-3E91-4047-8718-A23DFAFBAFE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2f86dd7-c612-4075-9056-e01ca081dec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7B948AF-13C2-45FE-8FAB-60A88B125A3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779</TotalTime>
  <Words>443</Words>
  <Application>Microsoft Office PowerPoint</Application>
  <PresentationFormat>Widescreen</PresentationFormat>
  <Paragraphs>29</Paragraphs>
  <Slides>11</Slides>
  <Notes>0</Notes>
  <HiddenSlides>0</HiddenSlides>
  <MMClips>0</MMClips>
  <ScaleCrop>false</ScaleCrop>
  <HeadingPairs>
    <vt:vector size="6" baseType="variant">
      <vt:variant>
        <vt:lpstr>Fonts Used</vt:lpstr>
      </vt:variant>
      <vt:variant>
        <vt:i4>3</vt:i4>
      </vt:variant>
      <vt:variant>
        <vt:lpstr>Theme</vt:lpstr>
      </vt:variant>
      <vt:variant>
        <vt:i4>5</vt:i4>
      </vt:variant>
      <vt:variant>
        <vt:lpstr>Slide Titles</vt:lpstr>
      </vt:variant>
      <vt:variant>
        <vt:i4>11</vt:i4>
      </vt:variant>
    </vt:vector>
  </HeadingPairs>
  <TitlesOfParts>
    <vt:vector size="19" baseType="lpstr">
      <vt:lpstr>Arial</vt:lpstr>
      <vt:lpstr>Arial Narrow</vt:lpstr>
      <vt:lpstr>Calibri</vt:lpstr>
      <vt:lpstr>1_Diseño personalizado</vt:lpstr>
      <vt:lpstr>4_Diseño personalizado</vt:lpstr>
      <vt:lpstr>Diseño personalizado</vt:lpstr>
      <vt:lpstr>2_Diseño personalizado</vt:lpstr>
      <vt:lpstr>3_Diseño personalizado</vt:lpstr>
      <vt:lpstr>MICROCONTROLADORES PWM-Pulse Width Modulation</vt:lpstr>
      <vt:lpstr>PWM-Pulse Width Modulation</vt:lpstr>
      <vt:lpstr>PowerPoint Presentation</vt:lpstr>
      <vt:lpstr>Ciclo de dureza-Duty Cicle</vt:lpstr>
      <vt:lpstr>Tensión media PWM</vt:lpstr>
      <vt:lpstr>PWM en ESP32</vt:lpstr>
      <vt:lpstr>Clase PWM en ESP32</vt:lpstr>
      <vt:lpstr>CONTROL DE SERVOS</vt:lpstr>
      <vt:lpstr>SG90</vt:lpstr>
      <vt:lpstr>DOCUMENTACIÓN OFICIAL MICROPYTHON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Carolina López García</dc:creator>
  <cp:lastModifiedBy>YOMIN ESTIVEN JARAMILLO MUNERA</cp:lastModifiedBy>
  <cp:revision>64</cp:revision>
  <dcterms:created xsi:type="dcterms:W3CDTF">2020-02-18T21:49:27Z</dcterms:created>
  <dcterms:modified xsi:type="dcterms:W3CDTF">2024-09-18T22:06:32Z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0x01010045951D9CC6387B4BA485D72A2CB95580</vt:lpwstr>
  </property>
</Properties>
</file>