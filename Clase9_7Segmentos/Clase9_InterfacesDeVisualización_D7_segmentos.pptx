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4"/>
    <p:sldMasterId id="2147483693" r:id="rId5"/>
    <p:sldMasterId id="2147483662" r:id="rId6"/>
    <p:sldMasterId id="2147483681" r:id="rId7"/>
    <p:sldMasterId id="2147483683" r:id="rId8"/>
  </p:sldMasterIdLst>
  <p:notesMasterIdLst>
    <p:notesMasterId r:id="rId17"/>
  </p:notesMasterIdLst>
  <p:sldIdLst>
    <p:sldId id="261" r:id="rId9"/>
    <p:sldId id="416" r:id="rId10"/>
    <p:sldId id="420" r:id="rId11"/>
    <p:sldId id="418" r:id="rId12"/>
    <p:sldId id="419" r:id="rId13"/>
    <p:sldId id="421" r:id="rId14"/>
    <p:sldId id="422" r:id="rId15"/>
    <p:sldId id="264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2" autoAdjust="0"/>
    <p:restoredTop sz="94643"/>
  </p:normalViewPr>
  <p:slideViewPr>
    <p:cSldViewPr snapToGrid="0" snapToObjects="1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35" d="100"/>
          <a:sy n="135" d="100"/>
        </p:scale>
        <p:origin x="609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C24C2-BD3D-B848-8ECA-2C648348E733}" type="datetimeFigureOut">
              <a:rPr lang="es-CO" smtClean="0"/>
              <a:t>7/10/2024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7C5BF-8CE3-8B4B-9D5E-86E6BB3607B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373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2DC57-3FAE-7641-83A6-186E25CE8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1823"/>
            <a:ext cx="9144000" cy="184814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3D19E7-4D3E-2449-A451-16AFB6ABE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EF7908-A0FA-824F-A02B-06B221D6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39FC3C-4827-A245-A81F-F62E3B329FB4}" type="datetimeFigureOut">
              <a:rPr lang="es-CO" smtClean="0"/>
              <a:t>7/10/2024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F24743-16EB-9541-898C-087A5963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8F6150-0C96-404E-96E9-64685BA0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0C0921-2E22-C849-88EF-5DBFE4AA72D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1317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A1D56-9751-4D42-AB00-8CE0891A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717309-F0C9-DF4B-90AA-FA80420EF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56079F-6D13-7F49-912E-41EB66A59C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39FC3C-4827-A245-A81F-F62E3B329FB4}" type="datetimeFigureOut">
              <a:rPr lang="es-CO" smtClean="0"/>
              <a:t>7/10/2024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EF5998-0C0D-EA47-B7E0-372E499A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10A490-A9B4-FE44-A6C1-120C26A5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0C0921-2E22-C849-88EF-5DBFE4AA72D3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65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48141-C1E2-834D-9420-674419BA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811F7-DE2A-4840-ADA3-5D5D7E854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346" y="1825626"/>
            <a:ext cx="5181600" cy="3851606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707B3E-8233-D14C-BA7F-638E3F1FB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851606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2071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D7AAD9B6-F983-4F40-9D8B-9CC39FDF6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520" y="1367624"/>
            <a:ext cx="10622280" cy="4309607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035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05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25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E525-427B-BD42-90EF-EAFDD42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214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E525-427B-BD42-90EF-EAFDD42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0279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AE525-427B-BD42-90EF-EAFDD42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170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E703E7-8DD9-EA41-B94D-76F7AD54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FCEC04-A456-1442-9E80-E6998191B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7117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1" r:id="rId4"/>
    <p:sldLayoutId id="2147483692" r:id="rId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1F3028-22EF-6B4B-878D-D750540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5632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1F3028-22EF-6B4B-878D-D750540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3425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61F3028-22EF-6B4B-878D-D750540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4004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okwi.com/projects/376511737891311617" TargetMode="External"/><Relationship Id="rId2" Type="http://schemas.openxmlformats.org/officeDocument/2006/relationships/hyperlink" Target="https://wokwi.com/projects/376422167623859201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11FED-CFD3-314A-935E-0D9D389A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73765" y="2606222"/>
            <a:ext cx="13139530" cy="1325563"/>
          </a:xfrm>
        </p:spPr>
        <p:txBody>
          <a:bodyPr/>
          <a:lstStyle/>
          <a:p>
            <a:r>
              <a:rPr lang="es-CO" dirty="0"/>
              <a:t>MICROCONTROLADORES</a:t>
            </a:r>
            <a:br>
              <a:rPr lang="es-CO" dirty="0"/>
            </a:br>
            <a:r>
              <a:rPr lang="es-CO" sz="4000" dirty="0"/>
              <a:t>Interfaces de Visualización-</a:t>
            </a:r>
            <a:r>
              <a:rPr lang="es-CO" sz="4000" dirty="0" err="1"/>
              <a:t>Display</a:t>
            </a:r>
            <a:r>
              <a:rPr lang="es-CO" sz="4000" dirty="0"/>
              <a:t> 7 segmentos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C0A93CF5-6E51-487D-BC04-CDC4C8D341C1}"/>
              </a:ext>
            </a:extLst>
          </p:cNvPr>
          <p:cNvSpPr txBox="1">
            <a:spLocks/>
          </p:cNvSpPr>
          <p:nvPr/>
        </p:nvSpPr>
        <p:spPr>
          <a:xfrm>
            <a:off x="838200" y="4022888"/>
            <a:ext cx="10515600" cy="18283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s-CO" sz="2000" dirty="0"/>
              <a:t>Docente: </a:t>
            </a:r>
          </a:p>
          <a:p>
            <a:r>
              <a:rPr lang="es-CO" sz="2000" dirty="0" err="1"/>
              <a:t>Yomin</a:t>
            </a:r>
            <a:r>
              <a:rPr lang="es-CO" sz="2000" dirty="0"/>
              <a:t> Jaramillo Múnera</a:t>
            </a:r>
          </a:p>
          <a:p>
            <a:r>
              <a:rPr lang="es-CO" sz="2000" dirty="0"/>
              <a:t>Yominjaramillo2283@correo.itm.edu.co</a:t>
            </a:r>
          </a:p>
        </p:txBody>
      </p:sp>
    </p:spTree>
    <p:extLst>
      <p:ext uri="{BB962C8B-B14F-4D97-AF65-F5344CB8AC3E}">
        <p14:creationId xmlns:p14="http://schemas.microsoft.com/office/powerpoint/2010/main" val="386365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1C751-EB2A-D718-091F-42FBB89E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un </a:t>
            </a:r>
            <a:r>
              <a:rPr lang="es-CO" dirty="0" err="1"/>
              <a:t>display</a:t>
            </a:r>
            <a:r>
              <a:rPr lang="es-CO" dirty="0"/>
              <a:t> 7 segmentos?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DD4D34-2707-8FFB-702A-6AA8EDAAB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346" y="1825626"/>
            <a:ext cx="6818906" cy="3851606"/>
          </a:xfrm>
        </p:spPr>
        <p:txBody>
          <a:bodyPr>
            <a:normAutofit/>
          </a:bodyPr>
          <a:lstStyle/>
          <a:p>
            <a:pPr algn="just"/>
            <a:r>
              <a:rPr lang="es-ES" sz="3200" dirty="0"/>
              <a:t>Un </a:t>
            </a:r>
            <a:r>
              <a:rPr lang="es-ES" sz="3200" dirty="0" err="1"/>
              <a:t>display</a:t>
            </a:r>
            <a:r>
              <a:rPr lang="es-ES" sz="3200" dirty="0"/>
              <a:t> de 7 segmentos es un dispositivo de visualización electrónico que muestra números en forma de dígitos utilizando siete segmentos individuales. Estos segmentos son pequeñas luces o LED dispuestos en forma de número 8 y se pueden encender o apagar según sea necesario para representar cualquier número del 0 al 9. </a:t>
            </a:r>
          </a:p>
        </p:txBody>
      </p:sp>
      <p:pic>
        <p:nvPicPr>
          <p:cNvPr id="1026" name="Picture 2" descr="upload.wikimedia.org/wikipedia/commons/thumb/a/...">
            <a:extLst>
              <a:ext uri="{FF2B5EF4-FFF2-40B4-BE49-F238E27FC236}">
                <a16:creationId xmlns:a16="http://schemas.microsoft.com/office/drawing/2014/main" id="{F845D703-88C4-A315-CFAB-423A30B2202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5" y="2615275"/>
            <a:ext cx="2998436" cy="2266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25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1C751-EB2A-D718-091F-42FBB89E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es un </a:t>
            </a:r>
            <a:r>
              <a:rPr lang="es-CO" dirty="0" err="1"/>
              <a:t>display</a:t>
            </a:r>
            <a:r>
              <a:rPr lang="es-CO" dirty="0"/>
              <a:t> 7 segmentos?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DD4D34-2707-8FFB-702A-6AA8EDAAB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345" y="1825626"/>
            <a:ext cx="5824993" cy="3851606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sz="3200" dirty="0"/>
              <a:t>Cada segmento se llama a, b, c, d, e, f y g, y se pueden combinar de diferentes formas para formar cualquier número. Este tipo de </a:t>
            </a:r>
            <a:r>
              <a:rPr lang="es-ES" sz="3200" dirty="0" err="1"/>
              <a:t>display</a:t>
            </a:r>
            <a:r>
              <a:rPr lang="es-ES" sz="3200" dirty="0"/>
              <a:t> es comúnmente utilizado en relojes digitales, calculadoras y otros dispositivos electrónicos donde es necesario mostrar números de manera clara y legible.</a:t>
            </a:r>
          </a:p>
        </p:txBody>
      </p:sp>
      <p:pic>
        <p:nvPicPr>
          <p:cNvPr id="2050" name="Picture 2" descr="Hola en display 7 segmentos">
            <a:extLst>
              <a:ext uri="{FF2B5EF4-FFF2-40B4-BE49-F238E27FC236}">
                <a16:creationId xmlns:a16="http://schemas.microsoft.com/office/drawing/2014/main" id="{15801B7E-B5B6-BB50-4E93-C46C44461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560" y="1825626"/>
            <a:ext cx="4732265" cy="360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98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Display de 4 dígitos, 7 segmentos c/u, cátodo común">
            <a:extLst>
              <a:ext uri="{FF2B5EF4-FFF2-40B4-BE49-F238E27FC236}">
                <a16:creationId xmlns:a16="http://schemas.microsoft.com/office/drawing/2014/main" id="{4746CF12-670E-CC54-5142-880995D65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3048" y="3234994"/>
            <a:ext cx="2441713" cy="244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FE5B404-D61D-39AC-8A31-E3B48E14D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88" y="1256306"/>
            <a:ext cx="7101760" cy="52213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768A1AB-D806-A9E9-74D5-F746F7E2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Tipos de </a:t>
            </a:r>
            <a:r>
              <a:rPr lang="es-CO" dirty="0" err="1"/>
              <a:t>display</a:t>
            </a:r>
            <a:r>
              <a:rPr lang="es-CO" dirty="0"/>
              <a:t> 7 segmentos</a:t>
            </a:r>
          </a:p>
        </p:txBody>
      </p:sp>
      <p:pic>
        <p:nvPicPr>
          <p:cNvPr id="3074" name="Picture 2" descr="Display Doble Rojo De 7 Segmentos Ánodo Común LB205ACR - Suconel">
            <a:extLst>
              <a:ext uri="{FF2B5EF4-FFF2-40B4-BE49-F238E27FC236}">
                <a16:creationId xmlns:a16="http://schemas.microsoft.com/office/drawing/2014/main" id="{72982368-E2A4-3C46-5D04-A1685558AC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910" y="1754892"/>
            <a:ext cx="1778276" cy="1778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42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B33951FC-9EF2-39CC-FC84-7FE1E5075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063" y="1428863"/>
            <a:ext cx="7531096" cy="39780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40B0DE-3A7E-1EA6-730F-C17C590A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CONFIGURACIÓN DE DISPLAY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1ECEB65-60BA-EF0A-7BCF-A7DC007E81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636"/>
          <a:stretch/>
        </p:blipFill>
        <p:spPr>
          <a:xfrm>
            <a:off x="159026" y="3429000"/>
            <a:ext cx="4909931" cy="310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5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49B38D8D-1F04-79F4-A955-0135DC894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790" y="1219944"/>
            <a:ext cx="7783167" cy="441811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440B0DE-3A7E-1EA6-730F-C17C590A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CONFIGURACIÓN DE DISPLAY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E522CA-1368-36A3-76EC-231185B37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5108713" cy="289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3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74785D-7602-4133-7295-63B001EC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PROYECTOS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8A0D4C-3042-0B3E-47D9-DD68E3F3B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4345" y="1825626"/>
            <a:ext cx="9621741" cy="3851606"/>
          </a:xfrm>
        </p:spPr>
        <p:txBody>
          <a:bodyPr/>
          <a:lstStyle/>
          <a:p>
            <a:pPr algn="l"/>
            <a:r>
              <a:rPr lang="es-CO" b="0" i="0" dirty="0" err="1">
                <a:effectLst/>
                <a:latin typeface="-apple-system"/>
              </a:rPr>
              <a:t>Display</a:t>
            </a:r>
            <a:r>
              <a:rPr lang="es-CO" b="0" i="0" dirty="0">
                <a:effectLst/>
                <a:latin typeface="-apple-system"/>
              </a:rPr>
              <a:t> 7 segmentos de 1 digito: </a:t>
            </a:r>
            <a:r>
              <a:rPr lang="es-CO" b="0" i="0" dirty="0">
                <a:effectLst/>
                <a:latin typeface="-apple-system"/>
                <a:hlinkClick r:id="rId2" tooltip="https://wokwi.com/projects/376422167623859201"/>
              </a:rPr>
              <a:t>https://wokwi.com/projects/376422167623859201</a:t>
            </a:r>
            <a:endParaRPr lang="es-CO" b="0" i="0" dirty="0">
              <a:effectLst/>
              <a:latin typeface="-apple-system"/>
            </a:endParaRPr>
          </a:p>
          <a:p>
            <a:pPr algn="l"/>
            <a:r>
              <a:rPr lang="es-CO" b="0" i="0" dirty="0" err="1">
                <a:effectLst/>
                <a:latin typeface="-apple-system"/>
              </a:rPr>
              <a:t>Display</a:t>
            </a:r>
            <a:r>
              <a:rPr lang="es-CO" b="0" i="0" dirty="0">
                <a:effectLst/>
                <a:latin typeface="-apple-system"/>
              </a:rPr>
              <a:t> 7 segmentos de 4 </a:t>
            </a:r>
            <a:r>
              <a:rPr lang="es-CO" b="0" i="0" dirty="0" err="1">
                <a:effectLst/>
                <a:latin typeface="-apple-system"/>
              </a:rPr>
              <a:t>digitos</a:t>
            </a:r>
            <a:r>
              <a:rPr lang="es-CO" b="0" i="0" dirty="0">
                <a:effectLst/>
                <a:latin typeface="-apple-system"/>
              </a:rPr>
              <a:t>: </a:t>
            </a:r>
            <a:r>
              <a:rPr lang="es-CO" b="0" i="0" dirty="0">
                <a:effectLst/>
                <a:latin typeface="-apple-system"/>
                <a:hlinkClick r:id="rId3" tooltip="https://wokwi.com/projects/376511737891311617"/>
              </a:rPr>
              <a:t>https://wokwi.com/projects/376511737891311617</a:t>
            </a:r>
            <a:endParaRPr lang="es-CO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7084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930374"/>
      </p:ext>
    </p:extLst>
  </p:cSld>
  <p:clrMapOvr>
    <a:masterClrMapping/>
  </p:clrMapOvr>
</p:sld>
</file>

<file path=ppt/theme/theme1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51D9CC6387B4BA485D72A2CB95580" ma:contentTypeVersion="8" ma:contentTypeDescription="Create a new document." ma:contentTypeScope="" ma:versionID="439218f9fb54f11818a2d1f13def84af">
  <xsd:schema xmlns:xsd="http://www.w3.org/2001/XMLSchema" xmlns:xs="http://www.w3.org/2001/XMLSchema" xmlns:p="http://schemas.microsoft.com/office/2006/metadata/properties" xmlns:ns2="b2f86dd7-c612-4075-9056-e01ca081dec3" targetNamespace="http://schemas.microsoft.com/office/2006/metadata/properties" ma:root="true" ma:fieldsID="9c449413f8bf3dd49edc3e8da17e9625" ns2:_="">
    <xsd:import namespace="b2f86dd7-c612-4075-9056-e01ca081de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86dd7-c612-4075-9056-e01ca081de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31C889-647F-4FEB-9822-10979449563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B90339B-F410-4868-9C91-7D9842A9A7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2D85A8-1B16-4741-88A2-C6F4045B53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f86dd7-c612-4075-9056-e01ca081de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192</Words>
  <Application>Microsoft Office PowerPoint</Application>
  <PresentationFormat>Widescreen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-apple-system</vt:lpstr>
      <vt:lpstr>Arial</vt:lpstr>
      <vt:lpstr>Arial Narrow</vt:lpstr>
      <vt:lpstr>Calibri</vt:lpstr>
      <vt:lpstr>1_Diseño personalizado</vt:lpstr>
      <vt:lpstr>4_Diseño personalizado</vt:lpstr>
      <vt:lpstr>Diseño personalizado</vt:lpstr>
      <vt:lpstr>2_Diseño personalizado</vt:lpstr>
      <vt:lpstr>3_Diseño personalizado</vt:lpstr>
      <vt:lpstr>MICROCONTROLADORES Interfaces de Visualización-Display 7 segmentos</vt:lpstr>
      <vt:lpstr>¿Qué es un display 7 segmentos?</vt:lpstr>
      <vt:lpstr>¿Qué es un display 7 segmentos?</vt:lpstr>
      <vt:lpstr>Tipos de display 7 segmentos</vt:lpstr>
      <vt:lpstr>CONFIGURACIÓN DE DISPLAY</vt:lpstr>
      <vt:lpstr>CONFIGURACIÓN DE DISPLAY</vt:lpstr>
      <vt:lpstr>PROYECTOS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Carolina López García</dc:creator>
  <cp:lastModifiedBy>YOMIN ESTIVEN JARAMILLO MUNERA</cp:lastModifiedBy>
  <cp:revision>59</cp:revision>
  <dcterms:created xsi:type="dcterms:W3CDTF">2020-02-18T21:49:27Z</dcterms:created>
  <dcterms:modified xsi:type="dcterms:W3CDTF">2024-10-07T18:05:28Z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0x01010045951D9CC6387B4BA485D72A2CB95580</vt:lpwstr>
  </property>
</Properties>
</file>